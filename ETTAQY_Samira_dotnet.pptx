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48" r:id="rId1"/>
  </p:sldMasterIdLst>
  <p:notesMasterIdLst>
    <p:notesMasterId r:id="rId26"/>
  </p:notesMasterIdLst>
  <p:sldIdLst>
    <p:sldId id="256" r:id="rId2"/>
    <p:sldId id="321" r:id="rId3"/>
    <p:sldId id="258" r:id="rId4"/>
    <p:sldId id="329" r:id="rId5"/>
    <p:sldId id="322" r:id="rId6"/>
    <p:sldId id="331" r:id="rId7"/>
    <p:sldId id="343" r:id="rId8"/>
    <p:sldId id="323" r:id="rId9"/>
    <p:sldId id="332" r:id="rId10"/>
    <p:sldId id="344" r:id="rId11"/>
    <p:sldId id="333" r:id="rId12"/>
    <p:sldId id="345" r:id="rId13"/>
    <p:sldId id="337" r:id="rId14"/>
    <p:sldId id="324" r:id="rId15"/>
    <p:sldId id="338" r:id="rId16"/>
    <p:sldId id="339" r:id="rId17"/>
    <p:sldId id="340" r:id="rId18"/>
    <p:sldId id="325" r:id="rId19"/>
    <p:sldId id="350" r:id="rId20"/>
    <p:sldId id="351" r:id="rId21"/>
    <p:sldId id="353" r:id="rId22"/>
    <p:sldId id="355" r:id="rId23"/>
    <p:sldId id="327" r:id="rId24"/>
    <p:sldId id="354" r:id="rId25"/>
  </p:sldIdLst>
  <p:sldSz cx="9144000" cy="5143500" type="screen16x9"/>
  <p:notesSz cx="6858000" cy="9144000"/>
  <p:embeddedFontLst>
    <p:embeddedFont>
      <p:font typeface="Jost" panose="020B0604020202020204" charset="0"/>
      <p:regular r:id="rId27"/>
      <p:bold r:id="rId28"/>
      <p:italic r:id="rId29"/>
      <p:boldItalic r:id="rId30"/>
    </p:embeddedFont>
    <p:embeddedFont>
      <p:font typeface="Montserrat" panose="00000500000000000000" pitchFamily="2" charset="0"/>
      <p:regular r:id="rId31"/>
      <p:bold r:id="rId32"/>
      <p:italic r:id="rId33"/>
      <p:boldItalic r:id="rId34"/>
    </p:embeddedFont>
    <p:embeddedFont>
      <p:font typeface="Nunito Light" pitchFamily="2" charset="0"/>
      <p:regular r:id="rId35"/>
      <p:italic r:id="rId36"/>
    </p:embeddedFont>
    <p:embeddedFont>
      <p:font typeface="Open Sans" panose="020B0606030504020204" pitchFamily="34" charset="0"/>
      <p:regular r:id="rId37"/>
      <p:bold r:id="rId38"/>
      <p:italic r:id="rId39"/>
      <p:boldItalic r:id="rId40"/>
    </p:embeddedFont>
    <p:embeddedFont>
      <p:font typeface="Poppins" panose="00000500000000000000" pitchFamily="2" charset="0"/>
      <p:regular r:id="rId41"/>
      <p:bold r:id="rId42"/>
      <p:italic r:id="rId43"/>
      <p:boldItalic r:id="rId44"/>
    </p:embeddedFont>
    <p:embeddedFont>
      <p:font typeface="Poppins ExtraBold" panose="00000900000000000000" pitchFamily="2" charset="0"/>
      <p:bold r:id="rId45"/>
      <p:boldItalic r:id="rId46"/>
    </p:embeddedFont>
    <p:embeddedFont>
      <p:font typeface="Poppins Medium" panose="00000600000000000000" pitchFamily="2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7" roundtripDataSignature="AMtx7mic3i3bzwqOJT1LlcPQSEv5ANOx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002B"/>
    <a:srgbClr val="240046"/>
    <a:srgbClr val="7B2CBF"/>
    <a:srgbClr val="9D4EDD"/>
    <a:srgbClr val="5A189A"/>
    <a:srgbClr val="3C096C"/>
    <a:srgbClr val="3F1534"/>
    <a:srgbClr val="208B3A"/>
    <a:srgbClr val="2DC653"/>
    <a:srgbClr val="25A2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59346" autoAdjust="0"/>
  </p:normalViewPr>
  <p:slideViewPr>
    <p:cSldViewPr snapToGrid="0">
      <p:cViewPr>
        <p:scale>
          <a:sx n="100" d="100"/>
          <a:sy n="100" d="100"/>
        </p:scale>
        <p:origin x="355" y="58"/>
      </p:cViewPr>
      <p:guideLst/>
    </p:cSldViewPr>
  </p:slideViewPr>
  <p:notesTextViewPr>
    <p:cViewPr>
      <p:scale>
        <a:sx n="1" d="1"/>
        <a:sy n="1" d="1"/>
      </p:scale>
      <p:origin x="0" y="-36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47" Type="http://schemas.openxmlformats.org/officeDocument/2006/relationships/font" Target="fonts/font21.fntdata"/><Relationship Id="rId50" Type="http://schemas.openxmlformats.org/officeDocument/2006/relationships/font" Target="fonts/font24.fntdata"/><Relationship Id="rId97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font" Target="fonts/font19.fntdata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48" Type="http://schemas.openxmlformats.org/officeDocument/2006/relationships/font" Target="fonts/font22.fntdata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98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font" Target="fonts/font20.fntdata"/><Relationship Id="rId20" Type="http://schemas.openxmlformats.org/officeDocument/2006/relationships/slide" Target="slides/slide19.xml"/><Relationship Id="rId41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49" Type="http://schemas.openxmlformats.org/officeDocument/2006/relationships/font" Target="fonts/font2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3956184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84102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4" name="Google Shape;6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6015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d179f39a2e_3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2d179f39a2e_3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1373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d179f39a2e_3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2d179f39a2e_3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0136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d179f39a2e_3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2d179f39a2e_3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63335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d179f39a2e_3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2d179f39a2e_3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Ce schema montre la problematique centrale qui montre le service RH dans </a:t>
            </a:r>
            <a:br>
              <a:rPr lang="fr-FR" dirty="0"/>
            </a:br>
            <a:r>
              <a:rPr lang="fr-FR" dirty="0"/>
              <a:t>les processus traditionnels de gestion </a:t>
            </a:r>
            <a:br>
              <a:rPr lang="fr-FR" dirty="0"/>
            </a:br>
            <a:r>
              <a:rPr lang="fr-FR" dirty="0"/>
              <a:t>1-  les CV papier qui nécessitent une lecture manuelle </a:t>
            </a:r>
            <a:br>
              <a:rPr lang="fr-FR" dirty="0"/>
            </a:br>
            <a:r>
              <a:rPr lang="fr-FR" dirty="0"/>
              <a:t>2- extraction et saisie des données une par une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3- la gestion des presecnces, pointage et vérification et  tous fait manullement</a:t>
            </a:r>
            <a:br>
              <a:rPr lang="fr-FR" dirty="0"/>
            </a:br>
            <a:r>
              <a:rPr lang="fr-FR" dirty="0"/>
              <a:t>cela montre clairement l’accumulation de processus manuels conduit à une dégradation de qualité et l’efficacité de service RH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31375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d179f39a2e_3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2d179f39a2e_3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Grace à cette solution de cette plateforme web en digitalisant l’ensemble de processus</a:t>
            </a:r>
            <a:br>
              <a:rPr lang="fr-FR" dirty="0"/>
            </a:br>
            <a:r>
              <a:rPr lang="fr-FR" dirty="0"/>
              <a:t>de gestion de RH et de recrutement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1- la </a:t>
            </a:r>
            <a:r>
              <a:rPr lang="fr-FR" b="0" i="0" dirty="0">
                <a:solidFill>
                  <a:srgbClr val="CCCCCC"/>
                </a:solidFill>
                <a:effectLst/>
                <a:latin typeface="Segoe WPC"/>
              </a:rPr>
              <a:t>Lecture, extraction  analyse automatique des documents.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b="0" i="0" dirty="0">
                <a:solidFill>
                  <a:srgbClr val="CCCCCC"/>
                </a:solidFill>
                <a:effectLst/>
                <a:latin typeface="Segoe WPC"/>
              </a:rPr>
              <a:t>2-Gestion des présences et de pointage instantanée par QR Code à travers d’un  simple scan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b="0" i="0" dirty="0">
                <a:solidFill>
                  <a:srgbClr val="CCCCCC"/>
                </a:solidFill>
                <a:effectLst/>
                <a:latin typeface="Segoe WPC"/>
              </a:rPr>
              <a:t>3- Envoi des notifications et confirmations par mail.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b="0" i="0" dirty="0">
                <a:solidFill>
                  <a:srgbClr val="CCCCCC"/>
                </a:solidFill>
                <a:effectLst/>
                <a:latin typeface="Segoe WPC"/>
              </a:rPr>
              <a:t>Donc ne parle plus de perte de temps, mais de données exactes et rapides à traiter</a:t>
            </a:r>
          </a:p>
        </p:txBody>
      </p:sp>
    </p:spTree>
    <p:extLst>
      <p:ext uri="{BB962C8B-B14F-4D97-AF65-F5344CB8AC3E}">
        <p14:creationId xmlns:p14="http://schemas.microsoft.com/office/powerpoint/2010/main" val="40857229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d179f39a2e_3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2d179f39a2e_3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51426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d179f39a2e_3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2d179f39a2e_3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78964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d179f39a2e_3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2d179f39a2e_3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16498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d179f39a2e_3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2d179f39a2e_3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444723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d179f39a2e_3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2d179f39a2e_3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771234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d179f39a2e_3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2d179f39a2e_3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0296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d179f39a2e_3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2d179f39a2e_3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82212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d179f39a2e_3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2d179f39a2e_3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09197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d179f39a2e_3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2d179f39a2e_3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61705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d179f39a2e_3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2d179f39a2e_3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71400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d179f39a2e_3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2d179f39a2e_3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38241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d179f39a2e_3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2d179f39a2e_3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53948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d179f39a2e_3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2d179f39a2e_3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51556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d179f39a2e_3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2d179f39a2e_3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b="0" dirty="0"/>
              <a:t>Le Model représente la logique métier et les données de l’application.</a:t>
            </a:r>
          </a:p>
          <a:p>
            <a:pPr marL="158750" indent="0">
              <a:buNone/>
            </a:pPr>
            <a:br>
              <a:rPr lang="fr-FR" b="0" dirty="0"/>
            </a:br>
            <a:r>
              <a:rPr lang="fr-FR" b="0" dirty="0"/>
              <a:t>La View représente la partie visible pour l’utilisateur.</a:t>
            </a:r>
          </a:p>
          <a:p>
            <a:r>
              <a:rPr lang="fr-FR" dirty="0"/>
              <a:t>Dans notre application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/>
              <a:t>ce sont les interfaces web (pages React / écrans)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formulaires de création d’employé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listes des employés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demandes de congé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rapports de présence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 marL="158750" indent="0">
              <a:buNone/>
            </a:pPr>
            <a:r>
              <a:rPr lang="fr-FR" b="0" dirty="0"/>
              <a:t>Le Controller est l’intermédiaire entre la vue et le modèle.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il </a:t>
            </a:r>
            <a:r>
              <a:rPr lang="fr-FR" dirty="0"/>
              <a:t>reçoit les requêtes (HTTP)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il valide les données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il appelle les modèles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il retourne les réponses à la vue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25108917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d179f39a2e_3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2d179f39a2e_3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361521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d179f39a2e_3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2d179f39a2e_3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768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d179f39a2e_3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2d179f39a2e_3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2819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6"/>
          <p:cNvSpPr/>
          <p:nvPr/>
        </p:nvSpPr>
        <p:spPr>
          <a:xfrm>
            <a:off x="254625" y="130800"/>
            <a:ext cx="8634900" cy="4881900"/>
          </a:xfrm>
          <a:prstGeom prst="roundRect">
            <a:avLst>
              <a:gd name="adj" fmla="val 5931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1686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6"/>
          <p:cNvSpPr txBox="1">
            <a:spLocks noGrp="1"/>
          </p:cNvSpPr>
          <p:nvPr>
            <p:ph type="ctrTitle"/>
          </p:nvPr>
        </p:nvSpPr>
        <p:spPr>
          <a:xfrm>
            <a:off x="1438800" y="1362775"/>
            <a:ext cx="6266400" cy="20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subTitle" idx="1"/>
          </p:nvPr>
        </p:nvSpPr>
        <p:spPr>
          <a:xfrm>
            <a:off x="2458200" y="3616000"/>
            <a:ext cx="4227600" cy="4218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ubTitle" idx="1"/>
          </p:nvPr>
        </p:nvSpPr>
        <p:spPr>
          <a:xfrm>
            <a:off x="4027625" y="1942500"/>
            <a:ext cx="4294800" cy="19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3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5" name="Google Shape;15;p17"/>
          <p:cNvSpPr>
            <a:spLocks noGrp="1"/>
          </p:cNvSpPr>
          <p:nvPr>
            <p:ph type="pic" idx="2"/>
          </p:nvPr>
        </p:nvSpPr>
        <p:spPr>
          <a:xfrm>
            <a:off x="802925" y="1323875"/>
            <a:ext cx="3099900" cy="3102300"/>
          </a:xfrm>
          <a:prstGeom prst="ellipse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17647"/>
              </a:schemeClr>
            </a:outerShdw>
          </a:effectLst>
        </p:spPr>
      </p:sp>
      <p:sp>
        <p:nvSpPr>
          <p:cNvPr id="16" name="Google Shape;16;p17"/>
          <p:cNvSpPr/>
          <p:nvPr/>
        </p:nvSpPr>
        <p:spPr>
          <a:xfrm>
            <a:off x="-1227337" y="-1020150"/>
            <a:ext cx="1868400" cy="18684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>
            <a:spLocks noGrp="1"/>
          </p:cNvSpPr>
          <p:nvPr>
            <p:ph type="title"/>
          </p:nvPr>
        </p:nvSpPr>
        <p:spPr>
          <a:xfrm>
            <a:off x="713225" y="2468700"/>
            <a:ext cx="5067600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title" idx="2"/>
          </p:nvPr>
        </p:nvSpPr>
        <p:spPr>
          <a:xfrm>
            <a:off x="713225" y="1020600"/>
            <a:ext cx="1630200" cy="10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8"/>
          <p:cNvSpPr>
            <a:spLocks noGrp="1"/>
          </p:cNvSpPr>
          <p:nvPr>
            <p:ph type="pic" idx="3"/>
          </p:nvPr>
        </p:nvSpPr>
        <p:spPr>
          <a:xfrm>
            <a:off x="5641700" y="1047150"/>
            <a:ext cx="2486100" cy="3102300"/>
          </a:xfrm>
          <a:prstGeom prst="roundRect">
            <a:avLst>
              <a:gd name="adj" fmla="val 16667"/>
            </a:avLst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17647"/>
              </a:schemeClr>
            </a:outerShdw>
          </a:effectLst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/>
          <p:nvPr/>
        </p:nvSpPr>
        <p:spPr>
          <a:xfrm rot="-6146075">
            <a:off x="8303073" y="-1431109"/>
            <a:ext cx="3027518" cy="3027518"/>
          </a:xfrm>
          <a:prstGeom prst="ellipse">
            <a:avLst/>
          </a:prstGeom>
          <a:solidFill>
            <a:srgbClr val="FFFFFF">
              <a:alpha val="61568"/>
            </a:srgbClr>
          </a:solidFill>
          <a:ln>
            <a:noFill/>
          </a:ln>
          <a:effectLst>
            <a:outerShdw blurRad="185738" dist="28575" dir="4440000" algn="bl" rotWithShape="0">
              <a:schemeClr val="dk2">
                <a:alpha val="1882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9"/>
          <p:cNvSpPr/>
          <p:nvPr/>
        </p:nvSpPr>
        <p:spPr>
          <a:xfrm rot="-6145876">
            <a:off x="-251580" y="4011032"/>
            <a:ext cx="2140586" cy="2140586"/>
          </a:xfrm>
          <a:prstGeom prst="ellipse">
            <a:avLst/>
          </a:prstGeom>
          <a:solidFill>
            <a:srgbClr val="FFFFFF">
              <a:alpha val="61568"/>
            </a:srgbClr>
          </a:solidFill>
          <a:ln>
            <a:noFill/>
          </a:ln>
          <a:effectLst>
            <a:outerShdw blurRad="185738" dist="28575" dir="4440000" algn="bl" rotWithShape="0">
              <a:schemeClr val="dk2">
                <a:alpha val="1882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9"/>
          <p:cNvSpPr/>
          <p:nvPr/>
        </p:nvSpPr>
        <p:spPr>
          <a:xfrm>
            <a:off x="-1378525" y="4228350"/>
            <a:ext cx="2486100" cy="2486100"/>
          </a:xfrm>
          <a:prstGeom prst="donut">
            <a:avLst>
              <a:gd name="adj" fmla="val 159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9"/>
          <p:cNvSpPr/>
          <p:nvPr/>
        </p:nvSpPr>
        <p:spPr>
          <a:xfrm rot="-9313205">
            <a:off x="-1228996" y="-1775599"/>
            <a:ext cx="2769283" cy="2701899"/>
          </a:xfrm>
          <a:prstGeom prst="ellipse">
            <a:avLst/>
          </a:prstGeom>
          <a:gradFill>
            <a:gsLst>
              <a:gs pos="0">
                <a:schemeClr val="accent1"/>
              </a:gs>
              <a:gs pos="47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9"/>
          <p:cNvSpPr/>
          <p:nvPr/>
        </p:nvSpPr>
        <p:spPr>
          <a:xfrm rot="-9313068">
            <a:off x="8201124" y="4357553"/>
            <a:ext cx="1190209" cy="1161084"/>
          </a:xfrm>
          <a:prstGeom prst="ellipse">
            <a:avLst/>
          </a:prstGeom>
          <a:gradFill>
            <a:gsLst>
              <a:gs pos="0">
                <a:schemeClr val="accent1"/>
              </a:gs>
              <a:gs pos="47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9"/>
          <p:cNvSpPr/>
          <p:nvPr/>
        </p:nvSpPr>
        <p:spPr>
          <a:xfrm>
            <a:off x="6830425" y="-2096225"/>
            <a:ext cx="2486100" cy="2486100"/>
          </a:xfrm>
          <a:prstGeom prst="donut">
            <a:avLst>
              <a:gd name="adj" fmla="val 159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Jost"/>
              <a:buChar char="●"/>
              <a:defRPr sz="13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marR="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Jost"/>
              <a:buChar char="○"/>
              <a:defRPr sz="13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Jost"/>
              <a:buChar char="■"/>
              <a:defRPr sz="13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Jost"/>
              <a:buChar char="●"/>
              <a:defRPr sz="13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Jost"/>
              <a:buChar char="○"/>
              <a:defRPr sz="13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marR="0" lvl="5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Jost"/>
              <a:buChar char="■"/>
              <a:defRPr sz="13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marR="0" lvl="6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Jost"/>
              <a:buChar char="●"/>
              <a:defRPr sz="13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marR="0" lvl="7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Jost"/>
              <a:buChar char="○"/>
              <a:defRPr sz="13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marR="0" lvl="8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Jost"/>
              <a:buChar char="■"/>
              <a:defRPr sz="13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/>
          <p:cNvSpPr/>
          <p:nvPr/>
        </p:nvSpPr>
        <p:spPr>
          <a:xfrm rot="-9313205">
            <a:off x="-668714" y="-1187499"/>
            <a:ext cx="2769283" cy="2701899"/>
          </a:xfrm>
          <a:prstGeom prst="ellipse">
            <a:avLst/>
          </a:prstGeom>
          <a:solidFill>
            <a:srgbClr val="24004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"/>
          <p:cNvSpPr/>
          <p:nvPr/>
        </p:nvSpPr>
        <p:spPr>
          <a:xfrm>
            <a:off x="7431266" y="3668468"/>
            <a:ext cx="2637260" cy="2638800"/>
          </a:xfrm>
          <a:prstGeom prst="ellipse">
            <a:avLst/>
          </a:prstGeom>
          <a:solidFill>
            <a:srgbClr val="1000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"/>
          <p:cNvSpPr/>
          <p:nvPr/>
        </p:nvSpPr>
        <p:spPr>
          <a:xfrm>
            <a:off x="7816850" y="285700"/>
            <a:ext cx="777132" cy="793076"/>
          </a:xfrm>
          <a:custGeom>
            <a:avLst/>
            <a:gdLst/>
            <a:ahLst/>
            <a:cxnLst/>
            <a:rect l="l" t="t" r="r" b="b"/>
            <a:pathLst>
              <a:path w="66922" h="68295" fill="none" extrusionOk="0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miter lim="211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"/>
          <p:cNvSpPr/>
          <p:nvPr/>
        </p:nvSpPr>
        <p:spPr>
          <a:xfrm rot="10800000">
            <a:off x="437675" y="4078250"/>
            <a:ext cx="777132" cy="793076"/>
          </a:xfrm>
          <a:custGeom>
            <a:avLst/>
            <a:gdLst/>
            <a:ahLst/>
            <a:cxnLst/>
            <a:rect l="l" t="t" r="r" b="b"/>
            <a:pathLst>
              <a:path w="66922" h="68295" fill="none" extrusionOk="0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miter lim="211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"/>
          <p:cNvSpPr txBox="1"/>
          <p:nvPr/>
        </p:nvSpPr>
        <p:spPr>
          <a:xfrm>
            <a:off x="1992289" y="168860"/>
            <a:ext cx="515940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i="1" dirty="0">
                <a:latin typeface="Poppins"/>
                <a:cs typeface="Poppins"/>
                <a:sym typeface="Poppins"/>
              </a:rPr>
              <a:t>Année universitaire: 2025-2026</a:t>
            </a:r>
            <a:endParaRPr dirty="0"/>
          </a:p>
        </p:txBody>
      </p:sp>
      <p:sp>
        <p:nvSpPr>
          <p:cNvPr id="83" name="Google Shape;83;p1"/>
          <p:cNvSpPr txBox="1"/>
          <p:nvPr/>
        </p:nvSpPr>
        <p:spPr>
          <a:xfrm>
            <a:off x="715927" y="3743241"/>
            <a:ext cx="23571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Réalisé par</a:t>
            </a:r>
            <a:r>
              <a:rPr lang="fr-FR" sz="12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20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dirty="0">
                <a:latin typeface="Poppins"/>
                <a:ea typeface="Poppins"/>
                <a:cs typeface="Poppins"/>
                <a:sym typeface="Poppins"/>
              </a:rPr>
              <a:t>Samira ETTAQY</a:t>
            </a:r>
            <a:endParaRPr sz="12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5421587-61A1-425B-9FC5-B2CCA6586248}"/>
              </a:ext>
            </a:extLst>
          </p:cNvPr>
          <p:cNvSpPr/>
          <p:nvPr/>
        </p:nvSpPr>
        <p:spPr>
          <a:xfrm>
            <a:off x="560070" y="2137410"/>
            <a:ext cx="8033912" cy="1141355"/>
          </a:xfrm>
          <a:prstGeom prst="roundRect">
            <a:avLst/>
          </a:prstGeom>
          <a:solidFill>
            <a:srgbClr val="7B2C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b="1" dirty="0">
                <a:solidFill>
                  <a:schemeClr val="bg1"/>
                </a:solidFill>
              </a:rPr>
              <a:t>Application Web Pour la Gestion des Ressources Humaines</a:t>
            </a:r>
          </a:p>
        </p:txBody>
      </p:sp>
      <p:sp>
        <p:nvSpPr>
          <p:cNvPr id="16" name="Freeform 3"/>
          <p:cNvSpPr/>
          <p:nvPr/>
        </p:nvSpPr>
        <p:spPr>
          <a:xfrm rot="1748409">
            <a:off x="-868568" y="11411535"/>
            <a:ext cx="1973715" cy="2266162"/>
          </a:xfrm>
          <a:custGeom>
            <a:avLst/>
            <a:gdLst/>
            <a:ahLst/>
            <a:cxnLst/>
            <a:rect l="l" t="t" r="r" b="b"/>
            <a:pathLst>
              <a:path w="6755091" h="6130246">
                <a:moveTo>
                  <a:pt x="0" y="0"/>
                </a:moveTo>
                <a:lnTo>
                  <a:pt x="6755092" y="0"/>
                </a:lnTo>
                <a:lnTo>
                  <a:pt x="6755092" y="6130246"/>
                </a:lnTo>
                <a:lnTo>
                  <a:pt x="0" y="61302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 txBox="1">
            <a:spLocks noGrp="1"/>
          </p:cNvSpPr>
          <p:nvPr>
            <p:ph type="title"/>
          </p:nvPr>
        </p:nvSpPr>
        <p:spPr>
          <a:xfrm>
            <a:off x="5912007" y="455449"/>
            <a:ext cx="1813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fr-FR" dirty="0">
                <a:solidFill>
                  <a:srgbClr val="E4042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Plan</a:t>
            </a:r>
            <a:endParaRPr dirty="0">
              <a:solidFill>
                <a:srgbClr val="E40424"/>
              </a:solidFill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8361947" y="4269584"/>
            <a:ext cx="2562600" cy="2547600"/>
          </a:xfrm>
          <a:prstGeom prst="ellipse">
            <a:avLst/>
          </a:prstGeom>
          <a:solidFill>
            <a:srgbClr val="444C54"/>
          </a:solidFill>
          <a:ln w="12700" cap="flat" cmpd="sng">
            <a:solidFill>
              <a:srgbClr val="444C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" name="Google Shape;68;p2"/>
          <p:cNvCxnSpPr/>
          <p:nvPr/>
        </p:nvCxnSpPr>
        <p:spPr>
          <a:xfrm flipV="1">
            <a:off x="3970416" y="442617"/>
            <a:ext cx="5173551" cy="12832"/>
          </a:xfrm>
          <a:prstGeom prst="straightConnector1">
            <a:avLst/>
          </a:prstGeom>
          <a:noFill/>
          <a:ln w="12700" cap="flat" cmpd="sng">
            <a:solidFill>
              <a:srgbClr val="444C54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9" name="Groupe 8"/>
          <p:cNvGrpSpPr/>
          <p:nvPr/>
        </p:nvGrpSpPr>
        <p:grpSpPr>
          <a:xfrm>
            <a:off x="6486561" y="2651869"/>
            <a:ext cx="2385019" cy="340810"/>
            <a:chOff x="6486561" y="2651869"/>
            <a:chExt cx="2385019" cy="340810"/>
          </a:xfrm>
        </p:grpSpPr>
        <p:sp>
          <p:nvSpPr>
            <p:cNvPr id="32" name="ZoneTexte 31"/>
            <p:cNvSpPr txBox="1"/>
            <p:nvPr/>
          </p:nvSpPr>
          <p:spPr>
            <a:xfrm>
              <a:off x="6486561" y="2651869"/>
              <a:ext cx="2385019" cy="340810"/>
            </a:xfrm>
            <a:custGeom>
              <a:avLst/>
              <a:gdLst/>
              <a:ahLst/>
              <a:cxnLst/>
              <a:rect l="l" t="t" r="r" b="b"/>
              <a:pathLst>
                <a:path w="2385019" h="340810">
                  <a:moveTo>
                    <a:pt x="2223303" y="146212"/>
                  </a:moveTo>
                  <a:cubicBezTo>
                    <a:pt x="2217994" y="146212"/>
                    <a:pt x="2213078" y="147478"/>
                    <a:pt x="2208554" y="150012"/>
                  </a:cubicBezTo>
                  <a:cubicBezTo>
                    <a:pt x="2204029" y="152546"/>
                    <a:pt x="2200440" y="156316"/>
                    <a:pt x="2197785" y="161323"/>
                  </a:cubicBezTo>
                  <a:cubicBezTo>
                    <a:pt x="2195131" y="166330"/>
                    <a:pt x="2193804" y="172453"/>
                    <a:pt x="2193804" y="179692"/>
                  </a:cubicBezTo>
                  <a:cubicBezTo>
                    <a:pt x="2193804" y="190430"/>
                    <a:pt x="2196549" y="198725"/>
                    <a:pt x="2202038" y="204576"/>
                  </a:cubicBezTo>
                  <a:cubicBezTo>
                    <a:pt x="2207528" y="210428"/>
                    <a:pt x="2214435" y="213353"/>
                    <a:pt x="2222760" y="213353"/>
                  </a:cubicBezTo>
                  <a:cubicBezTo>
                    <a:pt x="2228069" y="213353"/>
                    <a:pt x="2233045" y="212087"/>
                    <a:pt x="2237691" y="209553"/>
                  </a:cubicBezTo>
                  <a:cubicBezTo>
                    <a:pt x="2242336" y="207019"/>
                    <a:pt x="2246106" y="203219"/>
                    <a:pt x="2249001" y="198151"/>
                  </a:cubicBezTo>
                  <a:cubicBezTo>
                    <a:pt x="2251897" y="193084"/>
                    <a:pt x="2253345" y="186931"/>
                    <a:pt x="2253345" y="179692"/>
                  </a:cubicBezTo>
                  <a:cubicBezTo>
                    <a:pt x="2253345" y="172453"/>
                    <a:pt x="2251957" y="166330"/>
                    <a:pt x="2249183" y="161323"/>
                  </a:cubicBezTo>
                  <a:cubicBezTo>
                    <a:pt x="2246407" y="156316"/>
                    <a:pt x="2242728" y="152546"/>
                    <a:pt x="2238143" y="150012"/>
                  </a:cubicBezTo>
                  <a:cubicBezTo>
                    <a:pt x="2233558" y="147478"/>
                    <a:pt x="2228611" y="146212"/>
                    <a:pt x="2223303" y="146212"/>
                  </a:cubicBezTo>
                  <a:close/>
                  <a:moveTo>
                    <a:pt x="1992236" y="146212"/>
                  </a:moveTo>
                  <a:cubicBezTo>
                    <a:pt x="1987048" y="146212"/>
                    <a:pt x="1982131" y="147539"/>
                    <a:pt x="1977487" y="150193"/>
                  </a:cubicBezTo>
                  <a:cubicBezTo>
                    <a:pt x="1972841" y="152847"/>
                    <a:pt x="1969101" y="156708"/>
                    <a:pt x="1966266" y="161776"/>
                  </a:cubicBezTo>
                  <a:cubicBezTo>
                    <a:pt x="1963431" y="166843"/>
                    <a:pt x="1962013" y="172815"/>
                    <a:pt x="1962013" y="179692"/>
                  </a:cubicBezTo>
                  <a:cubicBezTo>
                    <a:pt x="1962013" y="186569"/>
                    <a:pt x="1963431" y="192571"/>
                    <a:pt x="1966266" y="197699"/>
                  </a:cubicBezTo>
                  <a:cubicBezTo>
                    <a:pt x="1969101" y="202827"/>
                    <a:pt x="1972841" y="206718"/>
                    <a:pt x="1977487" y="209372"/>
                  </a:cubicBezTo>
                  <a:cubicBezTo>
                    <a:pt x="1982131" y="212026"/>
                    <a:pt x="1987048" y="213353"/>
                    <a:pt x="1992236" y="213353"/>
                  </a:cubicBezTo>
                  <a:cubicBezTo>
                    <a:pt x="1997545" y="213353"/>
                    <a:pt x="2002521" y="211996"/>
                    <a:pt x="2007167" y="209281"/>
                  </a:cubicBezTo>
                  <a:cubicBezTo>
                    <a:pt x="2011811" y="206567"/>
                    <a:pt x="2015552" y="202616"/>
                    <a:pt x="2018387" y="197428"/>
                  </a:cubicBezTo>
                  <a:cubicBezTo>
                    <a:pt x="2021222" y="192240"/>
                    <a:pt x="2022640" y="186207"/>
                    <a:pt x="2022640" y="179330"/>
                  </a:cubicBezTo>
                  <a:cubicBezTo>
                    <a:pt x="2022640" y="172453"/>
                    <a:pt x="2021222" y="166511"/>
                    <a:pt x="2018387" y="161504"/>
                  </a:cubicBezTo>
                  <a:cubicBezTo>
                    <a:pt x="2015552" y="156497"/>
                    <a:pt x="2011811" y="152697"/>
                    <a:pt x="2007167" y="150103"/>
                  </a:cubicBezTo>
                  <a:cubicBezTo>
                    <a:pt x="2002521" y="147509"/>
                    <a:pt x="1997545" y="146212"/>
                    <a:pt x="1992236" y="146212"/>
                  </a:cubicBezTo>
                  <a:close/>
                  <a:moveTo>
                    <a:pt x="1537503" y="146212"/>
                  </a:moveTo>
                  <a:cubicBezTo>
                    <a:pt x="1532195" y="146212"/>
                    <a:pt x="1527278" y="147478"/>
                    <a:pt x="1522754" y="150012"/>
                  </a:cubicBezTo>
                  <a:cubicBezTo>
                    <a:pt x="1518229" y="152546"/>
                    <a:pt x="1514640" y="156316"/>
                    <a:pt x="1511986" y="161323"/>
                  </a:cubicBezTo>
                  <a:cubicBezTo>
                    <a:pt x="1509332" y="166330"/>
                    <a:pt x="1508004" y="172453"/>
                    <a:pt x="1508004" y="179692"/>
                  </a:cubicBezTo>
                  <a:cubicBezTo>
                    <a:pt x="1508004" y="190430"/>
                    <a:pt x="1510749" y="198725"/>
                    <a:pt x="1516239" y="204576"/>
                  </a:cubicBezTo>
                  <a:cubicBezTo>
                    <a:pt x="1521728" y="210428"/>
                    <a:pt x="1528636" y="213353"/>
                    <a:pt x="1536960" y="213353"/>
                  </a:cubicBezTo>
                  <a:cubicBezTo>
                    <a:pt x="1542269" y="213353"/>
                    <a:pt x="1547246" y="212087"/>
                    <a:pt x="1551891" y="209553"/>
                  </a:cubicBezTo>
                  <a:cubicBezTo>
                    <a:pt x="1556536" y="207019"/>
                    <a:pt x="1560306" y="203219"/>
                    <a:pt x="1563202" y="198151"/>
                  </a:cubicBezTo>
                  <a:cubicBezTo>
                    <a:pt x="1566097" y="193084"/>
                    <a:pt x="1567545" y="186931"/>
                    <a:pt x="1567545" y="179692"/>
                  </a:cubicBezTo>
                  <a:cubicBezTo>
                    <a:pt x="1567545" y="172453"/>
                    <a:pt x="1566158" y="166330"/>
                    <a:pt x="1563383" y="161323"/>
                  </a:cubicBezTo>
                  <a:cubicBezTo>
                    <a:pt x="1560608" y="156316"/>
                    <a:pt x="1556928" y="152546"/>
                    <a:pt x="1552343" y="150012"/>
                  </a:cubicBezTo>
                  <a:cubicBezTo>
                    <a:pt x="1547758" y="147478"/>
                    <a:pt x="1542812" y="146212"/>
                    <a:pt x="1537503" y="146212"/>
                  </a:cubicBezTo>
                  <a:close/>
                  <a:moveTo>
                    <a:pt x="690502" y="146212"/>
                  </a:moveTo>
                  <a:cubicBezTo>
                    <a:pt x="685194" y="146212"/>
                    <a:pt x="680247" y="147509"/>
                    <a:pt x="675662" y="150103"/>
                  </a:cubicBezTo>
                  <a:cubicBezTo>
                    <a:pt x="671078" y="152697"/>
                    <a:pt x="667368" y="156497"/>
                    <a:pt x="664532" y="161504"/>
                  </a:cubicBezTo>
                  <a:cubicBezTo>
                    <a:pt x="661697" y="166511"/>
                    <a:pt x="660279" y="172453"/>
                    <a:pt x="660279" y="179330"/>
                  </a:cubicBezTo>
                  <a:cubicBezTo>
                    <a:pt x="660279" y="186207"/>
                    <a:pt x="661697" y="192240"/>
                    <a:pt x="664532" y="197428"/>
                  </a:cubicBezTo>
                  <a:cubicBezTo>
                    <a:pt x="667368" y="202616"/>
                    <a:pt x="671108" y="206567"/>
                    <a:pt x="675753" y="209281"/>
                  </a:cubicBezTo>
                  <a:cubicBezTo>
                    <a:pt x="680398" y="211996"/>
                    <a:pt x="685314" y="213353"/>
                    <a:pt x="690502" y="213353"/>
                  </a:cubicBezTo>
                  <a:cubicBezTo>
                    <a:pt x="695811" y="213353"/>
                    <a:pt x="700758" y="212026"/>
                    <a:pt x="705342" y="209372"/>
                  </a:cubicBezTo>
                  <a:cubicBezTo>
                    <a:pt x="709927" y="206718"/>
                    <a:pt x="713637" y="202827"/>
                    <a:pt x="716472" y="197699"/>
                  </a:cubicBezTo>
                  <a:cubicBezTo>
                    <a:pt x="719307" y="192571"/>
                    <a:pt x="720725" y="186569"/>
                    <a:pt x="720725" y="179692"/>
                  </a:cubicBezTo>
                  <a:cubicBezTo>
                    <a:pt x="720725" y="172815"/>
                    <a:pt x="719307" y="166843"/>
                    <a:pt x="716472" y="161776"/>
                  </a:cubicBezTo>
                  <a:cubicBezTo>
                    <a:pt x="713637" y="156708"/>
                    <a:pt x="709927" y="152847"/>
                    <a:pt x="705342" y="150193"/>
                  </a:cubicBezTo>
                  <a:cubicBezTo>
                    <a:pt x="700758" y="147539"/>
                    <a:pt x="695811" y="146212"/>
                    <a:pt x="690502" y="146212"/>
                  </a:cubicBezTo>
                  <a:close/>
                  <a:moveTo>
                    <a:pt x="1869069" y="145669"/>
                  </a:moveTo>
                  <a:cubicBezTo>
                    <a:pt x="1861950" y="145669"/>
                    <a:pt x="1855857" y="147931"/>
                    <a:pt x="1850790" y="152455"/>
                  </a:cubicBezTo>
                  <a:cubicBezTo>
                    <a:pt x="1845723" y="156980"/>
                    <a:pt x="1842706" y="163103"/>
                    <a:pt x="1841741" y="170824"/>
                  </a:cubicBezTo>
                  <a:lnTo>
                    <a:pt x="1896939" y="170824"/>
                  </a:lnTo>
                  <a:cubicBezTo>
                    <a:pt x="1896818" y="163223"/>
                    <a:pt x="1894103" y="157130"/>
                    <a:pt x="1888795" y="152546"/>
                  </a:cubicBezTo>
                  <a:cubicBezTo>
                    <a:pt x="1883486" y="147961"/>
                    <a:pt x="1876911" y="145669"/>
                    <a:pt x="1869069" y="145669"/>
                  </a:cubicBezTo>
                  <a:close/>
                  <a:moveTo>
                    <a:pt x="1211844" y="145669"/>
                  </a:moveTo>
                  <a:cubicBezTo>
                    <a:pt x="1204725" y="145669"/>
                    <a:pt x="1198632" y="147931"/>
                    <a:pt x="1193565" y="152455"/>
                  </a:cubicBezTo>
                  <a:cubicBezTo>
                    <a:pt x="1188498" y="156980"/>
                    <a:pt x="1185482" y="163103"/>
                    <a:pt x="1184516" y="170824"/>
                  </a:cubicBezTo>
                  <a:lnTo>
                    <a:pt x="1239714" y="170824"/>
                  </a:lnTo>
                  <a:cubicBezTo>
                    <a:pt x="1239593" y="163223"/>
                    <a:pt x="1236878" y="157130"/>
                    <a:pt x="1231570" y="152546"/>
                  </a:cubicBezTo>
                  <a:cubicBezTo>
                    <a:pt x="1226261" y="147961"/>
                    <a:pt x="1219686" y="145669"/>
                    <a:pt x="1211844" y="145669"/>
                  </a:cubicBezTo>
                  <a:close/>
                  <a:moveTo>
                    <a:pt x="1059444" y="145669"/>
                  </a:moveTo>
                  <a:cubicBezTo>
                    <a:pt x="1052325" y="145669"/>
                    <a:pt x="1046232" y="147931"/>
                    <a:pt x="1041165" y="152455"/>
                  </a:cubicBezTo>
                  <a:cubicBezTo>
                    <a:pt x="1036098" y="156980"/>
                    <a:pt x="1033082" y="163103"/>
                    <a:pt x="1032116" y="170824"/>
                  </a:cubicBezTo>
                  <a:lnTo>
                    <a:pt x="1087314" y="170824"/>
                  </a:lnTo>
                  <a:cubicBezTo>
                    <a:pt x="1087193" y="163223"/>
                    <a:pt x="1084479" y="157130"/>
                    <a:pt x="1079170" y="152546"/>
                  </a:cubicBezTo>
                  <a:cubicBezTo>
                    <a:pt x="1073861" y="147961"/>
                    <a:pt x="1067286" y="145669"/>
                    <a:pt x="1059444" y="145669"/>
                  </a:cubicBezTo>
                  <a:close/>
                  <a:moveTo>
                    <a:pt x="2131882" y="129924"/>
                  </a:moveTo>
                  <a:lnTo>
                    <a:pt x="2152513" y="129924"/>
                  </a:lnTo>
                  <a:lnTo>
                    <a:pt x="2152513" y="229641"/>
                  </a:lnTo>
                  <a:lnTo>
                    <a:pt x="2131882" y="229641"/>
                  </a:lnTo>
                  <a:close/>
                  <a:moveTo>
                    <a:pt x="805669" y="129924"/>
                  </a:moveTo>
                  <a:lnTo>
                    <a:pt x="828653" y="129924"/>
                  </a:lnTo>
                  <a:lnTo>
                    <a:pt x="856704" y="205933"/>
                  </a:lnTo>
                  <a:lnTo>
                    <a:pt x="885841" y="129924"/>
                  </a:lnTo>
                  <a:lnTo>
                    <a:pt x="907196" y="129924"/>
                  </a:lnTo>
                  <a:lnTo>
                    <a:pt x="846026" y="276514"/>
                  </a:lnTo>
                  <a:lnTo>
                    <a:pt x="824671" y="276514"/>
                  </a:lnTo>
                  <a:lnTo>
                    <a:pt x="844941" y="228012"/>
                  </a:lnTo>
                  <a:close/>
                  <a:moveTo>
                    <a:pt x="457445" y="128657"/>
                  </a:moveTo>
                  <a:lnTo>
                    <a:pt x="436813" y="187112"/>
                  </a:lnTo>
                  <a:lnTo>
                    <a:pt x="477895" y="187112"/>
                  </a:lnTo>
                  <a:close/>
                  <a:moveTo>
                    <a:pt x="2344118" y="128295"/>
                  </a:moveTo>
                  <a:cubicBezTo>
                    <a:pt x="2351960" y="128295"/>
                    <a:pt x="2358988" y="129924"/>
                    <a:pt x="2365202" y="133181"/>
                  </a:cubicBezTo>
                  <a:cubicBezTo>
                    <a:pt x="2371415" y="136439"/>
                    <a:pt x="2376271" y="141265"/>
                    <a:pt x="2379770" y="147659"/>
                  </a:cubicBezTo>
                  <a:cubicBezTo>
                    <a:pt x="2383269" y="154054"/>
                    <a:pt x="2385019" y="161776"/>
                    <a:pt x="2385019" y="170824"/>
                  </a:cubicBezTo>
                  <a:lnTo>
                    <a:pt x="2385019" y="229641"/>
                  </a:lnTo>
                  <a:lnTo>
                    <a:pt x="2364568" y="229641"/>
                  </a:lnTo>
                  <a:lnTo>
                    <a:pt x="2364568" y="173901"/>
                  </a:lnTo>
                  <a:cubicBezTo>
                    <a:pt x="2364568" y="164973"/>
                    <a:pt x="2362336" y="158126"/>
                    <a:pt x="2357872" y="153360"/>
                  </a:cubicBezTo>
                  <a:cubicBezTo>
                    <a:pt x="2353408" y="148594"/>
                    <a:pt x="2347315" y="146212"/>
                    <a:pt x="2339594" y="146212"/>
                  </a:cubicBezTo>
                  <a:cubicBezTo>
                    <a:pt x="2331872" y="146212"/>
                    <a:pt x="2325749" y="148594"/>
                    <a:pt x="2321225" y="153360"/>
                  </a:cubicBezTo>
                  <a:cubicBezTo>
                    <a:pt x="2316701" y="158126"/>
                    <a:pt x="2314438" y="164973"/>
                    <a:pt x="2314438" y="173901"/>
                  </a:cubicBezTo>
                  <a:lnTo>
                    <a:pt x="2314438" y="229641"/>
                  </a:lnTo>
                  <a:lnTo>
                    <a:pt x="2293807" y="229641"/>
                  </a:lnTo>
                  <a:lnTo>
                    <a:pt x="2293807" y="129924"/>
                  </a:lnTo>
                  <a:lnTo>
                    <a:pt x="2314438" y="129924"/>
                  </a:lnTo>
                  <a:lnTo>
                    <a:pt x="2314438" y="141325"/>
                  </a:lnTo>
                  <a:cubicBezTo>
                    <a:pt x="2317817" y="137223"/>
                    <a:pt x="2322130" y="134026"/>
                    <a:pt x="2327378" y="131734"/>
                  </a:cubicBezTo>
                  <a:cubicBezTo>
                    <a:pt x="2332626" y="129441"/>
                    <a:pt x="2338206" y="128295"/>
                    <a:pt x="2344118" y="128295"/>
                  </a:cubicBezTo>
                  <a:close/>
                  <a:moveTo>
                    <a:pt x="2223665" y="128295"/>
                  </a:moveTo>
                  <a:cubicBezTo>
                    <a:pt x="2233196" y="128295"/>
                    <a:pt x="2241823" y="130407"/>
                    <a:pt x="2249544" y="134629"/>
                  </a:cubicBezTo>
                  <a:cubicBezTo>
                    <a:pt x="2257266" y="138852"/>
                    <a:pt x="2263359" y="144885"/>
                    <a:pt x="2267823" y="152727"/>
                  </a:cubicBezTo>
                  <a:cubicBezTo>
                    <a:pt x="2272287" y="160569"/>
                    <a:pt x="2274519" y="169557"/>
                    <a:pt x="2274519" y="179692"/>
                  </a:cubicBezTo>
                  <a:cubicBezTo>
                    <a:pt x="2274519" y="189827"/>
                    <a:pt x="2272227" y="198815"/>
                    <a:pt x="2267642" y="206657"/>
                  </a:cubicBezTo>
                  <a:cubicBezTo>
                    <a:pt x="2263057" y="214500"/>
                    <a:pt x="2256814" y="220562"/>
                    <a:pt x="2248911" y="224845"/>
                  </a:cubicBezTo>
                  <a:cubicBezTo>
                    <a:pt x="2241008" y="229128"/>
                    <a:pt x="2232291" y="231270"/>
                    <a:pt x="2222760" y="231270"/>
                  </a:cubicBezTo>
                  <a:cubicBezTo>
                    <a:pt x="2213349" y="231270"/>
                    <a:pt x="2204843" y="229128"/>
                    <a:pt x="2197243" y="224845"/>
                  </a:cubicBezTo>
                  <a:cubicBezTo>
                    <a:pt x="2189642" y="220562"/>
                    <a:pt x="2183669" y="214530"/>
                    <a:pt x="2179326" y="206748"/>
                  </a:cubicBezTo>
                  <a:cubicBezTo>
                    <a:pt x="2174983" y="198966"/>
                    <a:pt x="2172811" y="189947"/>
                    <a:pt x="2172811" y="179692"/>
                  </a:cubicBezTo>
                  <a:cubicBezTo>
                    <a:pt x="2172811" y="169557"/>
                    <a:pt x="2175043" y="160569"/>
                    <a:pt x="2179507" y="152727"/>
                  </a:cubicBezTo>
                  <a:cubicBezTo>
                    <a:pt x="2183971" y="144885"/>
                    <a:pt x="2190064" y="138852"/>
                    <a:pt x="2197785" y="134629"/>
                  </a:cubicBezTo>
                  <a:cubicBezTo>
                    <a:pt x="2205507" y="130407"/>
                    <a:pt x="2214134" y="128295"/>
                    <a:pt x="2223665" y="128295"/>
                  </a:cubicBezTo>
                  <a:close/>
                  <a:moveTo>
                    <a:pt x="1996761" y="128295"/>
                  </a:moveTo>
                  <a:cubicBezTo>
                    <a:pt x="2005447" y="128295"/>
                    <a:pt x="2013380" y="130437"/>
                    <a:pt x="2020559" y="134720"/>
                  </a:cubicBezTo>
                  <a:cubicBezTo>
                    <a:pt x="2027737" y="139003"/>
                    <a:pt x="2033378" y="145005"/>
                    <a:pt x="2037480" y="152727"/>
                  </a:cubicBezTo>
                  <a:cubicBezTo>
                    <a:pt x="2041582" y="160448"/>
                    <a:pt x="2043633" y="169316"/>
                    <a:pt x="2043633" y="179330"/>
                  </a:cubicBezTo>
                  <a:cubicBezTo>
                    <a:pt x="2043633" y="189344"/>
                    <a:pt x="2041582" y="198302"/>
                    <a:pt x="2037480" y="206205"/>
                  </a:cubicBezTo>
                  <a:cubicBezTo>
                    <a:pt x="2033378" y="214107"/>
                    <a:pt x="2027737" y="220261"/>
                    <a:pt x="2020559" y="224664"/>
                  </a:cubicBezTo>
                  <a:cubicBezTo>
                    <a:pt x="2013380" y="229068"/>
                    <a:pt x="2005447" y="231270"/>
                    <a:pt x="1996761" y="231270"/>
                  </a:cubicBezTo>
                  <a:cubicBezTo>
                    <a:pt x="1989159" y="231270"/>
                    <a:pt x="1982403" y="229732"/>
                    <a:pt x="1976491" y="226655"/>
                  </a:cubicBezTo>
                  <a:cubicBezTo>
                    <a:pt x="1970579" y="223578"/>
                    <a:pt x="1965753" y="219748"/>
                    <a:pt x="1962013" y="215163"/>
                  </a:cubicBezTo>
                  <a:lnTo>
                    <a:pt x="1962013" y="277057"/>
                  </a:lnTo>
                  <a:lnTo>
                    <a:pt x="1941382" y="277057"/>
                  </a:lnTo>
                  <a:lnTo>
                    <a:pt x="1941382" y="129924"/>
                  </a:lnTo>
                  <a:lnTo>
                    <a:pt x="1962013" y="129924"/>
                  </a:lnTo>
                  <a:lnTo>
                    <a:pt x="1962013" y="144583"/>
                  </a:lnTo>
                  <a:cubicBezTo>
                    <a:pt x="1965512" y="139998"/>
                    <a:pt x="1970278" y="136137"/>
                    <a:pt x="1976310" y="133000"/>
                  </a:cubicBezTo>
                  <a:cubicBezTo>
                    <a:pt x="1982343" y="129864"/>
                    <a:pt x="1989159" y="128295"/>
                    <a:pt x="1996761" y="128295"/>
                  </a:cubicBezTo>
                  <a:close/>
                  <a:moveTo>
                    <a:pt x="1869973" y="128295"/>
                  </a:moveTo>
                  <a:cubicBezTo>
                    <a:pt x="1879384" y="128295"/>
                    <a:pt x="1887769" y="130346"/>
                    <a:pt x="1895129" y="134448"/>
                  </a:cubicBezTo>
                  <a:cubicBezTo>
                    <a:pt x="1902488" y="138550"/>
                    <a:pt x="1908219" y="144311"/>
                    <a:pt x="1912321" y="151731"/>
                  </a:cubicBezTo>
                  <a:cubicBezTo>
                    <a:pt x="1916423" y="159151"/>
                    <a:pt x="1918475" y="167687"/>
                    <a:pt x="1918475" y="177339"/>
                  </a:cubicBezTo>
                  <a:cubicBezTo>
                    <a:pt x="1918475" y="181080"/>
                    <a:pt x="1918233" y="184458"/>
                    <a:pt x="1917751" y="187474"/>
                  </a:cubicBezTo>
                  <a:lnTo>
                    <a:pt x="1841560" y="187474"/>
                  </a:lnTo>
                  <a:cubicBezTo>
                    <a:pt x="1842163" y="195437"/>
                    <a:pt x="1845119" y="201831"/>
                    <a:pt x="1850428" y="206657"/>
                  </a:cubicBezTo>
                  <a:cubicBezTo>
                    <a:pt x="1855737" y="211483"/>
                    <a:pt x="1862252" y="213896"/>
                    <a:pt x="1869973" y="213896"/>
                  </a:cubicBezTo>
                  <a:cubicBezTo>
                    <a:pt x="1881073" y="213896"/>
                    <a:pt x="1888915" y="209251"/>
                    <a:pt x="1893500" y="199961"/>
                  </a:cubicBezTo>
                  <a:lnTo>
                    <a:pt x="1915760" y="199961"/>
                  </a:lnTo>
                  <a:cubicBezTo>
                    <a:pt x="1912744" y="209131"/>
                    <a:pt x="1907284" y="216641"/>
                    <a:pt x="1899382" y="222493"/>
                  </a:cubicBezTo>
                  <a:cubicBezTo>
                    <a:pt x="1891479" y="228344"/>
                    <a:pt x="1881676" y="231270"/>
                    <a:pt x="1869973" y="231270"/>
                  </a:cubicBezTo>
                  <a:cubicBezTo>
                    <a:pt x="1860442" y="231270"/>
                    <a:pt x="1851906" y="229128"/>
                    <a:pt x="1844365" y="224845"/>
                  </a:cubicBezTo>
                  <a:cubicBezTo>
                    <a:pt x="1836825" y="220562"/>
                    <a:pt x="1830913" y="214530"/>
                    <a:pt x="1826630" y="206748"/>
                  </a:cubicBezTo>
                  <a:cubicBezTo>
                    <a:pt x="1822347" y="198966"/>
                    <a:pt x="1820205" y="189947"/>
                    <a:pt x="1820205" y="179692"/>
                  </a:cubicBezTo>
                  <a:cubicBezTo>
                    <a:pt x="1820205" y="169437"/>
                    <a:pt x="1822287" y="160418"/>
                    <a:pt x="1826449" y="152636"/>
                  </a:cubicBezTo>
                  <a:cubicBezTo>
                    <a:pt x="1830611" y="144854"/>
                    <a:pt x="1836463" y="138852"/>
                    <a:pt x="1844003" y="134629"/>
                  </a:cubicBezTo>
                  <a:cubicBezTo>
                    <a:pt x="1851544" y="130407"/>
                    <a:pt x="1860201" y="128295"/>
                    <a:pt x="1869973" y="128295"/>
                  </a:cubicBezTo>
                  <a:close/>
                  <a:moveTo>
                    <a:pt x="1764293" y="128295"/>
                  </a:moveTo>
                  <a:cubicBezTo>
                    <a:pt x="1776358" y="128295"/>
                    <a:pt x="1786342" y="131161"/>
                    <a:pt x="1794245" y="136891"/>
                  </a:cubicBezTo>
                  <a:cubicBezTo>
                    <a:pt x="1802147" y="142622"/>
                    <a:pt x="1807486" y="150796"/>
                    <a:pt x="1810261" y="161414"/>
                  </a:cubicBezTo>
                  <a:lnTo>
                    <a:pt x="1788001" y="161414"/>
                  </a:lnTo>
                  <a:cubicBezTo>
                    <a:pt x="1786191" y="156467"/>
                    <a:pt x="1783296" y="152606"/>
                    <a:pt x="1779314" y="149831"/>
                  </a:cubicBezTo>
                  <a:cubicBezTo>
                    <a:pt x="1775333" y="147056"/>
                    <a:pt x="1770326" y="145669"/>
                    <a:pt x="1764293" y="145669"/>
                  </a:cubicBezTo>
                  <a:cubicBezTo>
                    <a:pt x="1755848" y="145669"/>
                    <a:pt x="1749122" y="148655"/>
                    <a:pt x="1744115" y="154627"/>
                  </a:cubicBezTo>
                  <a:cubicBezTo>
                    <a:pt x="1739108" y="160599"/>
                    <a:pt x="1736604" y="168954"/>
                    <a:pt x="1736604" y="179692"/>
                  </a:cubicBezTo>
                  <a:cubicBezTo>
                    <a:pt x="1736604" y="190430"/>
                    <a:pt x="1739108" y="198815"/>
                    <a:pt x="1744115" y="204848"/>
                  </a:cubicBezTo>
                  <a:cubicBezTo>
                    <a:pt x="1749122" y="210880"/>
                    <a:pt x="1755848" y="213896"/>
                    <a:pt x="1764293" y="213896"/>
                  </a:cubicBezTo>
                  <a:cubicBezTo>
                    <a:pt x="1776238" y="213896"/>
                    <a:pt x="1784140" y="208648"/>
                    <a:pt x="1788001" y="198151"/>
                  </a:cubicBezTo>
                  <a:lnTo>
                    <a:pt x="1810261" y="198151"/>
                  </a:lnTo>
                  <a:cubicBezTo>
                    <a:pt x="1807365" y="208286"/>
                    <a:pt x="1801936" y="216339"/>
                    <a:pt x="1793973" y="222312"/>
                  </a:cubicBezTo>
                  <a:cubicBezTo>
                    <a:pt x="1786010" y="228284"/>
                    <a:pt x="1776117" y="231270"/>
                    <a:pt x="1764293" y="231270"/>
                  </a:cubicBezTo>
                  <a:cubicBezTo>
                    <a:pt x="1754762" y="231270"/>
                    <a:pt x="1746317" y="229128"/>
                    <a:pt x="1738957" y="224845"/>
                  </a:cubicBezTo>
                  <a:cubicBezTo>
                    <a:pt x="1731597" y="220562"/>
                    <a:pt x="1725836" y="214530"/>
                    <a:pt x="1721674" y="206748"/>
                  </a:cubicBezTo>
                  <a:cubicBezTo>
                    <a:pt x="1717511" y="198966"/>
                    <a:pt x="1715430" y="189947"/>
                    <a:pt x="1715430" y="179692"/>
                  </a:cubicBezTo>
                  <a:cubicBezTo>
                    <a:pt x="1715430" y="169437"/>
                    <a:pt x="1717511" y="160418"/>
                    <a:pt x="1721674" y="152636"/>
                  </a:cubicBezTo>
                  <a:cubicBezTo>
                    <a:pt x="1725836" y="144854"/>
                    <a:pt x="1731597" y="138852"/>
                    <a:pt x="1738957" y="134629"/>
                  </a:cubicBezTo>
                  <a:cubicBezTo>
                    <a:pt x="1746317" y="130407"/>
                    <a:pt x="1754762" y="128295"/>
                    <a:pt x="1764293" y="128295"/>
                  </a:cubicBezTo>
                  <a:close/>
                  <a:moveTo>
                    <a:pt x="1658318" y="128295"/>
                  </a:moveTo>
                  <a:cubicBezTo>
                    <a:pt x="1666161" y="128295"/>
                    <a:pt x="1673188" y="129924"/>
                    <a:pt x="1679402" y="133181"/>
                  </a:cubicBezTo>
                  <a:cubicBezTo>
                    <a:pt x="1685615" y="136439"/>
                    <a:pt x="1690472" y="141265"/>
                    <a:pt x="1693970" y="147659"/>
                  </a:cubicBezTo>
                  <a:cubicBezTo>
                    <a:pt x="1697469" y="154054"/>
                    <a:pt x="1699219" y="161776"/>
                    <a:pt x="1699219" y="170824"/>
                  </a:cubicBezTo>
                  <a:lnTo>
                    <a:pt x="1699219" y="229641"/>
                  </a:lnTo>
                  <a:lnTo>
                    <a:pt x="1678769" y="229641"/>
                  </a:lnTo>
                  <a:lnTo>
                    <a:pt x="1678769" y="173901"/>
                  </a:lnTo>
                  <a:cubicBezTo>
                    <a:pt x="1678769" y="164973"/>
                    <a:pt x="1676536" y="158126"/>
                    <a:pt x="1672072" y="153360"/>
                  </a:cubicBezTo>
                  <a:cubicBezTo>
                    <a:pt x="1667608" y="148594"/>
                    <a:pt x="1661516" y="146212"/>
                    <a:pt x="1653794" y="146212"/>
                  </a:cubicBezTo>
                  <a:cubicBezTo>
                    <a:pt x="1646072" y="146212"/>
                    <a:pt x="1639949" y="148594"/>
                    <a:pt x="1635425" y="153360"/>
                  </a:cubicBezTo>
                  <a:cubicBezTo>
                    <a:pt x="1630901" y="158126"/>
                    <a:pt x="1628638" y="164973"/>
                    <a:pt x="1628638" y="173901"/>
                  </a:cubicBezTo>
                  <a:lnTo>
                    <a:pt x="1628638" y="229641"/>
                  </a:lnTo>
                  <a:lnTo>
                    <a:pt x="1608007" y="229641"/>
                  </a:lnTo>
                  <a:lnTo>
                    <a:pt x="1608007" y="129924"/>
                  </a:lnTo>
                  <a:lnTo>
                    <a:pt x="1628638" y="129924"/>
                  </a:lnTo>
                  <a:lnTo>
                    <a:pt x="1628638" y="141325"/>
                  </a:lnTo>
                  <a:cubicBezTo>
                    <a:pt x="1632017" y="137223"/>
                    <a:pt x="1636330" y="134026"/>
                    <a:pt x="1641578" y="131734"/>
                  </a:cubicBezTo>
                  <a:cubicBezTo>
                    <a:pt x="1646826" y="129441"/>
                    <a:pt x="1652406" y="128295"/>
                    <a:pt x="1658318" y="128295"/>
                  </a:cubicBezTo>
                  <a:close/>
                  <a:moveTo>
                    <a:pt x="1537865" y="128295"/>
                  </a:moveTo>
                  <a:cubicBezTo>
                    <a:pt x="1547396" y="128295"/>
                    <a:pt x="1556023" y="130407"/>
                    <a:pt x="1563745" y="134629"/>
                  </a:cubicBezTo>
                  <a:cubicBezTo>
                    <a:pt x="1571466" y="138852"/>
                    <a:pt x="1577559" y="144885"/>
                    <a:pt x="1582023" y="152727"/>
                  </a:cubicBezTo>
                  <a:cubicBezTo>
                    <a:pt x="1586487" y="160569"/>
                    <a:pt x="1588719" y="169557"/>
                    <a:pt x="1588719" y="179692"/>
                  </a:cubicBezTo>
                  <a:cubicBezTo>
                    <a:pt x="1588719" y="189827"/>
                    <a:pt x="1586427" y="198815"/>
                    <a:pt x="1581842" y="206657"/>
                  </a:cubicBezTo>
                  <a:cubicBezTo>
                    <a:pt x="1577257" y="214500"/>
                    <a:pt x="1571014" y="220562"/>
                    <a:pt x="1563111" y="224845"/>
                  </a:cubicBezTo>
                  <a:cubicBezTo>
                    <a:pt x="1555209" y="229128"/>
                    <a:pt x="1546492" y="231270"/>
                    <a:pt x="1536960" y="231270"/>
                  </a:cubicBezTo>
                  <a:cubicBezTo>
                    <a:pt x="1527550" y="231270"/>
                    <a:pt x="1519044" y="229128"/>
                    <a:pt x="1511443" y="224845"/>
                  </a:cubicBezTo>
                  <a:cubicBezTo>
                    <a:pt x="1503842" y="220562"/>
                    <a:pt x="1497870" y="214530"/>
                    <a:pt x="1493526" y="206748"/>
                  </a:cubicBezTo>
                  <a:cubicBezTo>
                    <a:pt x="1489183" y="198966"/>
                    <a:pt x="1487011" y="189947"/>
                    <a:pt x="1487011" y="179692"/>
                  </a:cubicBezTo>
                  <a:cubicBezTo>
                    <a:pt x="1487011" y="169557"/>
                    <a:pt x="1489243" y="160569"/>
                    <a:pt x="1493707" y="152727"/>
                  </a:cubicBezTo>
                  <a:cubicBezTo>
                    <a:pt x="1498171" y="144885"/>
                    <a:pt x="1504264" y="138852"/>
                    <a:pt x="1511986" y="134629"/>
                  </a:cubicBezTo>
                  <a:cubicBezTo>
                    <a:pt x="1519707" y="130407"/>
                    <a:pt x="1528334" y="128295"/>
                    <a:pt x="1537865" y="128295"/>
                  </a:cubicBezTo>
                  <a:close/>
                  <a:moveTo>
                    <a:pt x="1430919" y="128295"/>
                  </a:moveTo>
                  <a:cubicBezTo>
                    <a:pt x="1442983" y="128295"/>
                    <a:pt x="1452967" y="131161"/>
                    <a:pt x="1460870" y="136891"/>
                  </a:cubicBezTo>
                  <a:cubicBezTo>
                    <a:pt x="1468772" y="142622"/>
                    <a:pt x="1474111" y="150796"/>
                    <a:pt x="1476886" y="161414"/>
                  </a:cubicBezTo>
                  <a:lnTo>
                    <a:pt x="1454626" y="161414"/>
                  </a:lnTo>
                  <a:cubicBezTo>
                    <a:pt x="1452817" y="156467"/>
                    <a:pt x="1449921" y="152606"/>
                    <a:pt x="1445939" y="149831"/>
                  </a:cubicBezTo>
                  <a:cubicBezTo>
                    <a:pt x="1441958" y="147056"/>
                    <a:pt x="1436951" y="145669"/>
                    <a:pt x="1430919" y="145669"/>
                  </a:cubicBezTo>
                  <a:cubicBezTo>
                    <a:pt x="1422473" y="145669"/>
                    <a:pt x="1415747" y="148655"/>
                    <a:pt x="1410740" y="154627"/>
                  </a:cubicBezTo>
                  <a:cubicBezTo>
                    <a:pt x="1405733" y="160599"/>
                    <a:pt x="1403229" y="168954"/>
                    <a:pt x="1403229" y="179692"/>
                  </a:cubicBezTo>
                  <a:cubicBezTo>
                    <a:pt x="1403229" y="190430"/>
                    <a:pt x="1405733" y="198815"/>
                    <a:pt x="1410740" y="204848"/>
                  </a:cubicBezTo>
                  <a:cubicBezTo>
                    <a:pt x="1415747" y="210880"/>
                    <a:pt x="1422473" y="213896"/>
                    <a:pt x="1430919" y="213896"/>
                  </a:cubicBezTo>
                  <a:cubicBezTo>
                    <a:pt x="1442863" y="213896"/>
                    <a:pt x="1450765" y="208648"/>
                    <a:pt x="1454626" y="198151"/>
                  </a:cubicBezTo>
                  <a:lnTo>
                    <a:pt x="1476886" y="198151"/>
                  </a:lnTo>
                  <a:cubicBezTo>
                    <a:pt x="1473991" y="208286"/>
                    <a:pt x="1468561" y="216339"/>
                    <a:pt x="1460598" y="222312"/>
                  </a:cubicBezTo>
                  <a:cubicBezTo>
                    <a:pt x="1452636" y="228284"/>
                    <a:pt x="1442742" y="231270"/>
                    <a:pt x="1430919" y="231270"/>
                  </a:cubicBezTo>
                  <a:cubicBezTo>
                    <a:pt x="1421387" y="231270"/>
                    <a:pt x="1412942" y="229128"/>
                    <a:pt x="1405582" y="224845"/>
                  </a:cubicBezTo>
                  <a:cubicBezTo>
                    <a:pt x="1398222" y="220562"/>
                    <a:pt x="1392461" y="214530"/>
                    <a:pt x="1388299" y="206748"/>
                  </a:cubicBezTo>
                  <a:cubicBezTo>
                    <a:pt x="1384137" y="198966"/>
                    <a:pt x="1382055" y="189947"/>
                    <a:pt x="1382055" y="179692"/>
                  </a:cubicBezTo>
                  <a:cubicBezTo>
                    <a:pt x="1382055" y="169437"/>
                    <a:pt x="1384137" y="160418"/>
                    <a:pt x="1388299" y="152636"/>
                  </a:cubicBezTo>
                  <a:cubicBezTo>
                    <a:pt x="1392461" y="144854"/>
                    <a:pt x="1398222" y="138852"/>
                    <a:pt x="1405582" y="134629"/>
                  </a:cubicBezTo>
                  <a:cubicBezTo>
                    <a:pt x="1412942" y="130407"/>
                    <a:pt x="1421387" y="128295"/>
                    <a:pt x="1430919" y="128295"/>
                  </a:cubicBezTo>
                  <a:close/>
                  <a:moveTo>
                    <a:pt x="1212748" y="128295"/>
                  </a:moveTo>
                  <a:cubicBezTo>
                    <a:pt x="1222159" y="128295"/>
                    <a:pt x="1230544" y="130346"/>
                    <a:pt x="1237904" y="134448"/>
                  </a:cubicBezTo>
                  <a:cubicBezTo>
                    <a:pt x="1245264" y="138550"/>
                    <a:pt x="1250995" y="144311"/>
                    <a:pt x="1255097" y="151731"/>
                  </a:cubicBezTo>
                  <a:cubicBezTo>
                    <a:pt x="1259199" y="159151"/>
                    <a:pt x="1261250" y="167687"/>
                    <a:pt x="1261250" y="177339"/>
                  </a:cubicBezTo>
                  <a:cubicBezTo>
                    <a:pt x="1261250" y="181080"/>
                    <a:pt x="1261008" y="184458"/>
                    <a:pt x="1260526" y="187474"/>
                  </a:cubicBezTo>
                  <a:lnTo>
                    <a:pt x="1184335" y="187474"/>
                  </a:lnTo>
                  <a:cubicBezTo>
                    <a:pt x="1184939" y="195437"/>
                    <a:pt x="1187895" y="201831"/>
                    <a:pt x="1193203" y="206657"/>
                  </a:cubicBezTo>
                  <a:cubicBezTo>
                    <a:pt x="1198512" y="211483"/>
                    <a:pt x="1205027" y="213896"/>
                    <a:pt x="1212748" y="213896"/>
                  </a:cubicBezTo>
                  <a:cubicBezTo>
                    <a:pt x="1223848" y="213896"/>
                    <a:pt x="1231690" y="209251"/>
                    <a:pt x="1236275" y="199961"/>
                  </a:cubicBezTo>
                  <a:lnTo>
                    <a:pt x="1258535" y="199961"/>
                  </a:lnTo>
                  <a:cubicBezTo>
                    <a:pt x="1255519" y="209131"/>
                    <a:pt x="1250059" y="216641"/>
                    <a:pt x="1242157" y="222493"/>
                  </a:cubicBezTo>
                  <a:cubicBezTo>
                    <a:pt x="1234254" y="228344"/>
                    <a:pt x="1224452" y="231270"/>
                    <a:pt x="1212748" y="231270"/>
                  </a:cubicBezTo>
                  <a:cubicBezTo>
                    <a:pt x="1203217" y="231270"/>
                    <a:pt x="1194681" y="229128"/>
                    <a:pt x="1187140" y="224845"/>
                  </a:cubicBezTo>
                  <a:cubicBezTo>
                    <a:pt x="1179600" y="220562"/>
                    <a:pt x="1173688" y="214530"/>
                    <a:pt x="1169405" y="206748"/>
                  </a:cubicBezTo>
                  <a:cubicBezTo>
                    <a:pt x="1165122" y="198966"/>
                    <a:pt x="1162980" y="189947"/>
                    <a:pt x="1162980" y="179692"/>
                  </a:cubicBezTo>
                  <a:cubicBezTo>
                    <a:pt x="1162980" y="169437"/>
                    <a:pt x="1165062" y="160418"/>
                    <a:pt x="1169224" y="152636"/>
                  </a:cubicBezTo>
                  <a:cubicBezTo>
                    <a:pt x="1173386" y="144854"/>
                    <a:pt x="1179238" y="138852"/>
                    <a:pt x="1186779" y="134629"/>
                  </a:cubicBezTo>
                  <a:cubicBezTo>
                    <a:pt x="1194319" y="130407"/>
                    <a:pt x="1202976" y="128295"/>
                    <a:pt x="1212748" y="128295"/>
                  </a:cubicBezTo>
                  <a:close/>
                  <a:moveTo>
                    <a:pt x="1060348" y="128295"/>
                  </a:moveTo>
                  <a:cubicBezTo>
                    <a:pt x="1069759" y="128295"/>
                    <a:pt x="1078144" y="130346"/>
                    <a:pt x="1085504" y="134448"/>
                  </a:cubicBezTo>
                  <a:cubicBezTo>
                    <a:pt x="1092864" y="138550"/>
                    <a:pt x="1098595" y="144311"/>
                    <a:pt x="1102697" y="151731"/>
                  </a:cubicBezTo>
                  <a:cubicBezTo>
                    <a:pt x="1106799" y="159151"/>
                    <a:pt x="1108850" y="167687"/>
                    <a:pt x="1108850" y="177339"/>
                  </a:cubicBezTo>
                  <a:cubicBezTo>
                    <a:pt x="1108850" y="181080"/>
                    <a:pt x="1108608" y="184458"/>
                    <a:pt x="1108126" y="187474"/>
                  </a:cubicBezTo>
                  <a:lnTo>
                    <a:pt x="1031935" y="187474"/>
                  </a:lnTo>
                  <a:cubicBezTo>
                    <a:pt x="1032539" y="195437"/>
                    <a:pt x="1035495" y="201831"/>
                    <a:pt x="1040803" y="206657"/>
                  </a:cubicBezTo>
                  <a:cubicBezTo>
                    <a:pt x="1046112" y="211483"/>
                    <a:pt x="1052627" y="213896"/>
                    <a:pt x="1060348" y="213896"/>
                  </a:cubicBezTo>
                  <a:cubicBezTo>
                    <a:pt x="1071448" y="213896"/>
                    <a:pt x="1079290" y="209251"/>
                    <a:pt x="1083875" y="199961"/>
                  </a:cubicBezTo>
                  <a:lnTo>
                    <a:pt x="1106135" y="199961"/>
                  </a:lnTo>
                  <a:cubicBezTo>
                    <a:pt x="1103119" y="209131"/>
                    <a:pt x="1097660" y="216641"/>
                    <a:pt x="1089757" y="222493"/>
                  </a:cubicBezTo>
                  <a:cubicBezTo>
                    <a:pt x="1081854" y="228344"/>
                    <a:pt x="1072051" y="231270"/>
                    <a:pt x="1060348" y="231270"/>
                  </a:cubicBezTo>
                  <a:cubicBezTo>
                    <a:pt x="1050817" y="231270"/>
                    <a:pt x="1042281" y="229128"/>
                    <a:pt x="1034741" y="224845"/>
                  </a:cubicBezTo>
                  <a:cubicBezTo>
                    <a:pt x="1027200" y="220562"/>
                    <a:pt x="1021288" y="214530"/>
                    <a:pt x="1017005" y="206748"/>
                  </a:cubicBezTo>
                  <a:cubicBezTo>
                    <a:pt x="1012722" y="198966"/>
                    <a:pt x="1010580" y="189947"/>
                    <a:pt x="1010580" y="179692"/>
                  </a:cubicBezTo>
                  <a:cubicBezTo>
                    <a:pt x="1010580" y="169437"/>
                    <a:pt x="1012662" y="160418"/>
                    <a:pt x="1016824" y="152636"/>
                  </a:cubicBezTo>
                  <a:cubicBezTo>
                    <a:pt x="1020986" y="144854"/>
                    <a:pt x="1026838" y="138852"/>
                    <a:pt x="1034379" y="134629"/>
                  </a:cubicBezTo>
                  <a:cubicBezTo>
                    <a:pt x="1041919" y="130407"/>
                    <a:pt x="1050576" y="128295"/>
                    <a:pt x="1060348" y="128295"/>
                  </a:cubicBezTo>
                  <a:close/>
                  <a:moveTo>
                    <a:pt x="956774" y="128295"/>
                  </a:moveTo>
                  <a:cubicBezTo>
                    <a:pt x="968115" y="128295"/>
                    <a:pt x="977254" y="131161"/>
                    <a:pt x="984191" y="136891"/>
                  </a:cubicBezTo>
                  <a:cubicBezTo>
                    <a:pt x="991129" y="142622"/>
                    <a:pt x="994839" y="150434"/>
                    <a:pt x="995321" y="160328"/>
                  </a:cubicBezTo>
                  <a:lnTo>
                    <a:pt x="974690" y="160328"/>
                  </a:lnTo>
                  <a:cubicBezTo>
                    <a:pt x="974328" y="155864"/>
                    <a:pt x="972518" y="152304"/>
                    <a:pt x="969261" y="149650"/>
                  </a:cubicBezTo>
                  <a:cubicBezTo>
                    <a:pt x="966003" y="146996"/>
                    <a:pt x="961600" y="145669"/>
                    <a:pt x="956050" y="145669"/>
                  </a:cubicBezTo>
                  <a:cubicBezTo>
                    <a:pt x="950620" y="145669"/>
                    <a:pt x="946458" y="146694"/>
                    <a:pt x="943562" y="148745"/>
                  </a:cubicBezTo>
                  <a:cubicBezTo>
                    <a:pt x="940667" y="150796"/>
                    <a:pt x="939219" y="153511"/>
                    <a:pt x="939219" y="156889"/>
                  </a:cubicBezTo>
                  <a:cubicBezTo>
                    <a:pt x="939219" y="159543"/>
                    <a:pt x="940184" y="161776"/>
                    <a:pt x="942115" y="163585"/>
                  </a:cubicBezTo>
                  <a:cubicBezTo>
                    <a:pt x="944045" y="165395"/>
                    <a:pt x="946398" y="166813"/>
                    <a:pt x="949173" y="167838"/>
                  </a:cubicBezTo>
                  <a:cubicBezTo>
                    <a:pt x="951948" y="168864"/>
                    <a:pt x="956050" y="170161"/>
                    <a:pt x="961479" y="171729"/>
                  </a:cubicBezTo>
                  <a:cubicBezTo>
                    <a:pt x="968718" y="173660"/>
                    <a:pt x="974660" y="175620"/>
                    <a:pt x="979305" y="177611"/>
                  </a:cubicBezTo>
                  <a:cubicBezTo>
                    <a:pt x="983950" y="179602"/>
                    <a:pt x="987962" y="182527"/>
                    <a:pt x="991340" y="186388"/>
                  </a:cubicBezTo>
                  <a:cubicBezTo>
                    <a:pt x="994718" y="190249"/>
                    <a:pt x="996467" y="195377"/>
                    <a:pt x="996588" y="201771"/>
                  </a:cubicBezTo>
                  <a:cubicBezTo>
                    <a:pt x="996588" y="207442"/>
                    <a:pt x="995020" y="212509"/>
                    <a:pt x="991883" y="216973"/>
                  </a:cubicBezTo>
                  <a:cubicBezTo>
                    <a:pt x="988746" y="221437"/>
                    <a:pt x="984312" y="224936"/>
                    <a:pt x="978581" y="227469"/>
                  </a:cubicBezTo>
                  <a:cubicBezTo>
                    <a:pt x="972850" y="230003"/>
                    <a:pt x="966124" y="231270"/>
                    <a:pt x="958402" y="231270"/>
                  </a:cubicBezTo>
                  <a:cubicBezTo>
                    <a:pt x="950560" y="231270"/>
                    <a:pt x="943532" y="229852"/>
                    <a:pt x="937319" y="227017"/>
                  </a:cubicBezTo>
                  <a:cubicBezTo>
                    <a:pt x="931105" y="224182"/>
                    <a:pt x="926189" y="220321"/>
                    <a:pt x="922569" y="215435"/>
                  </a:cubicBezTo>
                  <a:cubicBezTo>
                    <a:pt x="918950" y="210548"/>
                    <a:pt x="917019" y="205089"/>
                    <a:pt x="916778" y="199056"/>
                  </a:cubicBezTo>
                  <a:lnTo>
                    <a:pt x="938133" y="199056"/>
                  </a:lnTo>
                  <a:cubicBezTo>
                    <a:pt x="938495" y="203279"/>
                    <a:pt x="940516" y="206808"/>
                    <a:pt x="944196" y="209643"/>
                  </a:cubicBezTo>
                  <a:cubicBezTo>
                    <a:pt x="947876" y="212479"/>
                    <a:pt x="952490" y="213896"/>
                    <a:pt x="958040" y="213896"/>
                  </a:cubicBezTo>
                  <a:cubicBezTo>
                    <a:pt x="963832" y="213896"/>
                    <a:pt x="968326" y="212780"/>
                    <a:pt x="971523" y="210548"/>
                  </a:cubicBezTo>
                  <a:cubicBezTo>
                    <a:pt x="974720" y="208316"/>
                    <a:pt x="976319" y="205451"/>
                    <a:pt x="976319" y="201952"/>
                  </a:cubicBezTo>
                  <a:cubicBezTo>
                    <a:pt x="976319" y="198212"/>
                    <a:pt x="974539" y="195437"/>
                    <a:pt x="970980" y="193627"/>
                  </a:cubicBezTo>
                  <a:cubicBezTo>
                    <a:pt x="967421" y="191817"/>
                    <a:pt x="961781" y="189827"/>
                    <a:pt x="954059" y="187655"/>
                  </a:cubicBezTo>
                  <a:cubicBezTo>
                    <a:pt x="946579" y="185604"/>
                    <a:pt x="940486" y="183613"/>
                    <a:pt x="935780" y="181683"/>
                  </a:cubicBezTo>
                  <a:cubicBezTo>
                    <a:pt x="931075" y="179752"/>
                    <a:pt x="927003" y="176796"/>
                    <a:pt x="923565" y="172815"/>
                  </a:cubicBezTo>
                  <a:cubicBezTo>
                    <a:pt x="920126" y="168834"/>
                    <a:pt x="918407" y="163585"/>
                    <a:pt x="918407" y="157070"/>
                  </a:cubicBezTo>
                  <a:cubicBezTo>
                    <a:pt x="918407" y="151762"/>
                    <a:pt x="919975" y="146905"/>
                    <a:pt x="923112" y="142502"/>
                  </a:cubicBezTo>
                  <a:cubicBezTo>
                    <a:pt x="926249" y="138098"/>
                    <a:pt x="930743" y="134629"/>
                    <a:pt x="936595" y="132096"/>
                  </a:cubicBezTo>
                  <a:cubicBezTo>
                    <a:pt x="942446" y="129562"/>
                    <a:pt x="949173" y="128295"/>
                    <a:pt x="956774" y="128295"/>
                  </a:cubicBezTo>
                  <a:close/>
                  <a:moveTo>
                    <a:pt x="686159" y="128295"/>
                  </a:moveTo>
                  <a:cubicBezTo>
                    <a:pt x="694001" y="128295"/>
                    <a:pt x="700848" y="129833"/>
                    <a:pt x="706700" y="132910"/>
                  </a:cubicBezTo>
                  <a:cubicBezTo>
                    <a:pt x="712551" y="135987"/>
                    <a:pt x="717226" y="139817"/>
                    <a:pt x="720725" y="144402"/>
                  </a:cubicBezTo>
                  <a:lnTo>
                    <a:pt x="720725" y="129924"/>
                  </a:lnTo>
                  <a:lnTo>
                    <a:pt x="741537" y="129924"/>
                  </a:lnTo>
                  <a:lnTo>
                    <a:pt x="741537" y="229641"/>
                  </a:lnTo>
                  <a:lnTo>
                    <a:pt x="720725" y="229641"/>
                  </a:lnTo>
                  <a:lnTo>
                    <a:pt x="720725" y="214801"/>
                  </a:lnTo>
                  <a:cubicBezTo>
                    <a:pt x="717226" y="219507"/>
                    <a:pt x="712461" y="223428"/>
                    <a:pt x="706428" y="226565"/>
                  </a:cubicBezTo>
                  <a:cubicBezTo>
                    <a:pt x="700396" y="229701"/>
                    <a:pt x="693518" y="231270"/>
                    <a:pt x="685797" y="231270"/>
                  </a:cubicBezTo>
                  <a:cubicBezTo>
                    <a:pt x="677231" y="231270"/>
                    <a:pt x="669388" y="229068"/>
                    <a:pt x="662270" y="224664"/>
                  </a:cubicBezTo>
                  <a:cubicBezTo>
                    <a:pt x="655152" y="220261"/>
                    <a:pt x="649511" y="214107"/>
                    <a:pt x="645349" y="206205"/>
                  </a:cubicBezTo>
                  <a:cubicBezTo>
                    <a:pt x="641187" y="198302"/>
                    <a:pt x="639105" y="189344"/>
                    <a:pt x="639105" y="179330"/>
                  </a:cubicBezTo>
                  <a:cubicBezTo>
                    <a:pt x="639105" y="169316"/>
                    <a:pt x="641187" y="160448"/>
                    <a:pt x="645349" y="152727"/>
                  </a:cubicBezTo>
                  <a:cubicBezTo>
                    <a:pt x="649511" y="145005"/>
                    <a:pt x="655182" y="139003"/>
                    <a:pt x="662361" y="134720"/>
                  </a:cubicBezTo>
                  <a:cubicBezTo>
                    <a:pt x="669539" y="130437"/>
                    <a:pt x="677472" y="128295"/>
                    <a:pt x="686159" y="128295"/>
                  </a:cubicBezTo>
                  <a:close/>
                  <a:moveTo>
                    <a:pt x="581993" y="128295"/>
                  </a:moveTo>
                  <a:cubicBezTo>
                    <a:pt x="589836" y="128295"/>
                    <a:pt x="596864" y="129924"/>
                    <a:pt x="603077" y="133181"/>
                  </a:cubicBezTo>
                  <a:cubicBezTo>
                    <a:pt x="609290" y="136439"/>
                    <a:pt x="614147" y="141265"/>
                    <a:pt x="617646" y="147659"/>
                  </a:cubicBezTo>
                  <a:cubicBezTo>
                    <a:pt x="621144" y="154054"/>
                    <a:pt x="622894" y="161776"/>
                    <a:pt x="622894" y="170824"/>
                  </a:cubicBezTo>
                  <a:lnTo>
                    <a:pt x="622894" y="229641"/>
                  </a:lnTo>
                  <a:lnTo>
                    <a:pt x="602444" y="229641"/>
                  </a:lnTo>
                  <a:lnTo>
                    <a:pt x="602444" y="173901"/>
                  </a:lnTo>
                  <a:cubicBezTo>
                    <a:pt x="602444" y="164973"/>
                    <a:pt x="600212" y="158126"/>
                    <a:pt x="595748" y="153360"/>
                  </a:cubicBezTo>
                  <a:cubicBezTo>
                    <a:pt x="591283" y="148594"/>
                    <a:pt x="585191" y="146212"/>
                    <a:pt x="577469" y="146212"/>
                  </a:cubicBezTo>
                  <a:cubicBezTo>
                    <a:pt x="569747" y="146212"/>
                    <a:pt x="563624" y="148594"/>
                    <a:pt x="559100" y="153360"/>
                  </a:cubicBezTo>
                  <a:cubicBezTo>
                    <a:pt x="554576" y="158126"/>
                    <a:pt x="552314" y="164973"/>
                    <a:pt x="552314" y="173901"/>
                  </a:cubicBezTo>
                  <a:lnTo>
                    <a:pt x="552314" y="229641"/>
                  </a:lnTo>
                  <a:lnTo>
                    <a:pt x="531682" y="229641"/>
                  </a:lnTo>
                  <a:lnTo>
                    <a:pt x="531682" y="129924"/>
                  </a:lnTo>
                  <a:lnTo>
                    <a:pt x="552314" y="129924"/>
                  </a:lnTo>
                  <a:lnTo>
                    <a:pt x="552314" y="141325"/>
                  </a:lnTo>
                  <a:cubicBezTo>
                    <a:pt x="555692" y="137223"/>
                    <a:pt x="560005" y="134026"/>
                    <a:pt x="565253" y="131734"/>
                  </a:cubicBezTo>
                  <a:cubicBezTo>
                    <a:pt x="570502" y="129441"/>
                    <a:pt x="576082" y="128295"/>
                    <a:pt x="581993" y="128295"/>
                  </a:cubicBezTo>
                  <a:close/>
                  <a:moveTo>
                    <a:pt x="2068465" y="105130"/>
                  </a:moveTo>
                  <a:lnTo>
                    <a:pt x="2089277" y="105130"/>
                  </a:lnTo>
                  <a:lnTo>
                    <a:pt x="2089277" y="129924"/>
                  </a:lnTo>
                  <a:lnTo>
                    <a:pt x="2113527" y="129924"/>
                  </a:lnTo>
                  <a:lnTo>
                    <a:pt x="2113527" y="146755"/>
                  </a:lnTo>
                  <a:lnTo>
                    <a:pt x="2089277" y="146755"/>
                  </a:lnTo>
                  <a:lnTo>
                    <a:pt x="2089277" y="201952"/>
                  </a:lnTo>
                  <a:cubicBezTo>
                    <a:pt x="2089277" y="205692"/>
                    <a:pt x="2090151" y="208377"/>
                    <a:pt x="2091901" y="210005"/>
                  </a:cubicBezTo>
                  <a:cubicBezTo>
                    <a:pt x="2093650" y="211634"/>
                    <a:pt x="2096636" y="212449"/>
                    <a:pt x="2100859" y="212449"/>
                  </a:cubicBezTo>
                  <a:lnTo>
                    <a:pt x="2113527" y="212449"/>
                  </a:lnTo>
                  <a:lnTo>
                    <a:pt x="2113527" y="229641"/>
                  </a:lnTo>
                  <a:lnTo>
                    <a:pt x="2097240" y="229641"/>
                  </a:lnTo>
                  <a:cubicBezTo>
                    <a:pt x="2087950" y="229641"/>
                    <a:pt x="2080831" y="227469"/>
                    <a:pt x="2075885" y="223126"/>
                  </a:cubicBezTo>
                  <a:cubicBezTo>
                    <a:pt x="2070938" y="218783"/>
                    <a:pt x="2068465" y="211725"/>
                    <a:pt x="2068465" y="201952"/>
                  </a:cubicBezTo>
                  <a:lnTo>
                    <a:pt x="2068465" y="146755"/>
                  </a:lnTo>
                  <a:lnTo>
                    <a:pt x="2056701" y="146755"/>
                  </a:lnTo>
                  <a:lnTo>
                    <a:pt x="2056701" y="129924"/>
                  </a:lnTo>
                  <a:lnTo>
                    <a:pt x="2068465" y="129924"/>
                  </a:lnTo>
                  <a:close/>
                  <a:moveTo>
                    <a:pt x="1287415" y="105130"/>
                  </a:moveTo>
                  <a:lnTo>
                    <a:pt x="1308227" y="105130"/>
                  </a:lnTo>
                  <a:lnTo>
                    <a:pt x="1308227" y="129924"/>
                  </a:lnTo>
                  <a:lnTo>
                    <a:pt x="1332478" y="129924"/>
                  </a:lnTo>
                  <a:lnTo>
                    <a:pt x="1332478" y="146755"/>
                  </a:lnTo>
                  <a:lnTo>
                    <a:pt x="1308227" y="146755"/>
                  </a:lnTo>
                  <a:lnTo>
                    <a:pt x="1308227" y="201952"/>
                  </a:lnTo>
                  <a:cubicBezTo>
                    <a:pt x="1308227" y="205692"/>
                    <a:pt x="1309102" y="208377"/>
                    <a:pt x="1310851" y="210005"/>
                  </a:cubicBezTo>
                  <a:cubicBezTo>
                    <a:pt x="1312601" y="211634"/>
                    <a:pt x="1315587" y="212449"/>
                    <a:pt x="1319809" y="212449"/>
                  </a:cubicBezTo>
                  <a:lnTo>
                    <a:pt x="1332478" y="212449"/>
                  </a:lnTo>
                  <a:lnTo>
                    <a:pt x="1332478" y="229641"/>
                  </a:lnTo>
                  <a:lnTo>
                    <a:pt x="1316190" y="229641"/>
                  </a:lnTo>
                  <a:cubicBezTo>
                    <a:pt x="1306900" y="229641"/>
                    <a:pt x="1299782" y="227469"/>
                    <a:pt x="1294835" y="223126"/>
                  </a:cubicBezTo>
                  <a:cubicBezTo>
                    <a:pt x="1289888" y="218783"/>
                    <a:pt x="1287415" y="211725"/>
                    <a:pt x="1287415" y="201952"/>
                  </a:cubicBezTo>
                  <a:lnTo>
                    <a:pt x="1287415" y="146755"/>
                  </a:lnTo>
                  <a:lnTo>
                    <a:pt x="1275652" y="146755"/>
                  </a:lnTo>
                  <a:lnTo>
                    <a:pt x="1275652" y="129924"/>
                  </a:lnTo>
                  <a:lnTo>
                    <a:pt x="1287415" y="129924"/>
                  </a:lnTo>
                  <a:close/>
                  <a:moveTo>
                    <a:pt x="445500" y="103683"/>
                  </a:moveTo>
                  <a:lnTo>
                    <a:pt x="469389" y="103683"/>
                  </a:lnTo>
                  <a:lnTo>
                    <a:pt x="514452" y="229641"/>
                  </a:lnTo>
                  <a:lnTo>
                    <a:pt x="492735" y="229641"/>
                  </a:lnTo>
                  <a:lnTo>
                    <a:pt x="483686" y="203943"/>
                  </a:lnTo>
                  <a:lnTo>
                    <a:pt x="431022" y="203943"/>
                  </a:lnTo>
                  <a:lnTo>
                    <a:pt x="421973" y="229641"/>
                  </a:lnTo>
                  <a:lnTo>
                    <a:pt x="400437" y="229641"/>
                  </a:lnTo>
                  <a:close/>
                  <a:moveTo>
                    <a:pt x="769807" y="95720"/>
                  </a:moveTo>
                  <a:lnTo>
                    <a:pt x="790439" y="95720"/>
                  </a:lnTo>
                  <a:lnTo>
                    <a:pt x="790439" y="229641"/>
                  </a:lnTo>
                  <a:lnTo>
                    <a:pt x="769807" y="229641"/>
                  </a:lnTo>
                  <a:close/>
                  <a:moveTo>
                    <a:pt x="2142379" y="90290"/>
                  </a:moveTo>
                  <a:cubicBezTo>
                    <a:pt x="2145998" y="90290"/>
                    <a:pt x="2149075" y="91557"/>
                    <a:pt x="2151608" y="94091"/>
                  </a:cubicBezTo>
                  <a:cubicBezTo>
                    <a:pt x="2154142" y="96625"/>
                    <a:pt x="2155409" y="99761"/>
                    <a:pt x="2155409" y="103502"/>
                  </a:cubicBezTo>
                  <a:cubicBezTo>
                    <a:pt x="2155409" y="107242"/>
                    <a:pt x="2154142" y="110379"/>
                    <a:pt x="2151608" y="112912"/>
                  </a:cubicBezTo>
                  <a:cubicBezTo>
                    <a:pt x="2149075" y="115446"/>
                    <a:pt x="2145998" y="116713"/>
                    <a:pt x="2142379" y="116713"/>
                  </a:cubicBezTo>
                  <a:cubicBezTo>
                    <a:pt x="2138639" y="116713"/>
                    <a:pt x="2135501" y="115446"/>
                    <a:pt x="2132968" y="112912"/>
                  </a:cubicBezTo>
                  <a:cubicBezTo>
                    <a:pt x="2130434" y="110379"/>
                    <a:pt x="2129167" y="107242"/>
                    <a:pt x="2129167" y="103502"/>
                  </a:cubicBezTo>
                  <a:cubicBezTo>
                    <a:pt x="2129167" y="99761"/>
                    <a:pt x="2130434" y="96625"/>
                    <a:pt x="2132968" y="94091"/>
                  </a:cubicBezTo>
                  <a:cubicBezTo>
                    <a:pt x="2135501" y="91557"/>
                    <a:pt x="2138639" y="90290"/>
                    <a:pt x="2142379" y="90290"/>
                  </a:cubicBezTo>
                  <a:close/>
                  <a:moveTo>
                    <a:pt x="168252" y="0"/>
                  </a:moveTo>
                  <a:cubicBezTo>
                    <a:pt x="261175" y="0"/>
                    <a:pt x="336504" y="76293"/>
                    <a:pt x="336504" y="170405"/>
                  </a:cubicBezTo>
                  <a:cubicBezTo>
                    <a:pt x="336504" y="264517"/>
                    <a:pt x="261175" y="340810"/>
                    <a:pt x="168252" y="340810"/>
                  </a:cubicBezTo>
                  <a:cubicBezTo>
                    <a:pt x="75329" y="340810"/>
                    <a:pt x="0" y="264517"/>
                    <a:pt x="0" y="170405"/>
                  </a:cubicBezTo>
                  <a:cubicBezTo>
                    <a:pt x="0" y="76293"/>
                    <a:pt x="75329" y="0"/>
                    <a:pt x="1682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" name="Google Shape;76;p2"/>
            <p:cNvSpPr txBox="1"/>
            <p:nvPr/>
          </p:nvSpPr>
          <p:spPr>
            <a:xfrm>
              <a:off x="6500360" y="2653071"/>
              <a:ext cx="281262" cy="291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400" b="0" i="0" u="none" strike="noStrike" cap="none" dirty="0">
                  <a:solidFill>
                    <a:schemeClr val="dk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4</a:t>
              </a:r>
              <a:endParaRPr dirty="0"/>
            </a:p>
          </p:txBody>
        </p:sp>
      </p:grpSp>
      <p:grpSp>
        <p:nvGrpSpPr>
          <p:cNvPr id="10" name="Groupe 9"/>
          <p:cNvGrpSpPr/>
          <p:nvPr/>
        </p:nvGrpSpPr>
        <p:grpSpPr>
          <a:xfrm>
            <a:off x="6500360" y="3167122"/>
            <a:ext cx="1380620" cy="340810"/>
            <a:chOff x="6500360" y="3167122"/>
            <a:chExt cx="1380620" cy="340810"/>
          </a:xfrm>
        </p:grpSpPr>
        <p:sp>
          <p:nvSpPr>
            <p:cNvPr id="33" name="ZoneTexte 32"/>
            <p:cNvSpPr txBox="1"/>
            <p:nvPr/>
          </p:nvSpPr>
          <p:spPr>
            <a:xfrm>
              <a:off x="6500360" y="3167122"/>
              <a:ext cx="1380620" cy="340810"/>
            </a:xfrm>
            <a:custGeom>
              <a:avLst/>
              <a:gdLst/>
              <a:ahLst/>
              <a:cxnLst/>
              <a:rect l="l" t="t" r="r" b="b"/>
              <a:pathLst>
                <a:path w="1380620" h="340810">
                  <a:moveTo>
                    <a:pt x="1218904" y="183839"/>
                  </a:moveTo>
                  <a:cubicBezTo>
                    <a:pt x="1213596" y="183839"/>
                    <a:pt x="1208679" y="185105"/>
                    <a:pt x="1204155" y="187639"/>
                  </a:cubicBezTo>
                  <a:cubicBezTo>
                    <a:pt x="1199631" y="190173"/>
                    <a:pt x="1196041" y="193943"/>
                    <a:pt x="1193387" y="198950"/>
                  </a:cubicBezTo>
                  <a:cubicBezTo>
                    <a:pt x="1190733" y="203957"/>
                    <a:pt x="1189405" y="210080"/>
                    <a:pt x="1189405" y="217319"/>
                  </a:cubicBezTo>
                  <a:cubicBezTo>
                    <a:pt x="1189405" y="228057"/>
                    <a:pt x="1192150" y="236352"/>
                    <a:pt x="1197640" y="242203"/>
                  </a:cubicBezTo>
                  <a:cubicBezTo>
                    <a:pt x="1203129" y="248055"/>
                    <a:pt x="1210037" y="250980"/>
                    <a:pt x="1218361" y="250980"/>
                  </a:cubicBezTo>
                  <a:cubicBezTo>
                    <a:pt x="1223670" y="250980"/>
                    <a:pt x="1228647" y="249714"/>
                    <a:pt x="1233292" y="247180"/>
                  </a:cubicBezTo>
                  <a:cubicBezTo>
                    <a:pt x="1237937" y="244646"/>
                    <a:pt x="1241707" y="240846"/>
                    <a:pt x="1244603" y="235778"/>
                  </a:cubicBezTo>
                  <a:cubicBezTo>
                    <a:pt x="1247498" y="230711"/>
                    <a:pt x="1248946" y="224558"/>
                    <a:pt x="1248946" y="217319"/>
                  </a:cubicBezTo>
                  <a:cubicBezTo>
                    <a:pt x="1248946" y="210080"/>
                    <a:pt x="1247559" y="203957"/>
                    <a:pt x="1244784" y="198950"/>
                  </a:cubicBezTo>
                  <a:cubicBezTo>
                    <a:pt x="1242009" y="193943"/>
                    <a:pt x="1238329" y="190173"/>
                    <a:pt x="1233744" y="187639"/>
                  </a:cubicBezTo>
                  <a:cubicBezTo>
                    <a:pt x="1229160" y="185105"/>
                    <a:pt x="1224213" y="183839"/>
                    <a:pt x="1218904" y="183839"/>
                  </a:cubicBezTo>
                  <a:close/>
                  <a:moveTo>
                    <a:pt x="981503" y="183839"/>
                  </a:moveTo>
                  <a:cubicBezTo>
                    <a:pt x="976195" y="183839"/>
                    <a:pt x="971248" y="185136"/>
                    <a:pt x="966663" y="187730"/>
                  </a:cubicBezTo>
                  <a:cubicBezTo>
                    <a:pt x="962079" y="190324"/>
                    <a:pt x="958369" y="194124"/>
                    <a:pt x="955533" y="199131"/>
                  </a:cubicBezTo>
                  <a:cubicBezTo>
                    <a:pt x="952698" y="204138"/>
                    <a:pt x="951280" y="210080"/>
                    <a:pt x="951280" y="216957"/>
                  </a:cubicBezTo>
                  <a:cubicBezTo>
                    <a:pt x="951280" y="223834"/>
                    <a:pt x="952698" y="229867"/>
                    <a:pt x="955533" y="235055"/>
                  </a:cubicBezTo>
                  <a:cubicBezTo>
                    <a:pt x="958369" y="240243"/>
                    <a:pt x="962109" y="244194"/>
                    <a:pt x="966754" y="246908"/>
                  </a:cubicBezTo>
                  <a:cubicBezTo>
                    <a:pt x="971399" y="249623"/>
                    <a:pt x="976315" y="250980"/>
                    <a:pt x="981503" y="250980"/>
                  </a:cubicBezTo>
                  <a:cubicBezTo>
                    <a:pt x="986812" y="250980"/>
                    <a:pt x="991758" y="249653"/>
                    <a:pt x="996343" y="246999"/>
                  </a:cubicBezTo>
                  <a:cubicBezTo>
                    <a:pt x="1000928" y="244345"/>
                    <a:pt x="1004638" y="240454"/>
                    <a:pt x="1007473" y="235326"/>
                  </a:cubicBezTo>
                  <a:cubicBezTo>
                    <a:pt x="1010308" y="230198"/>
                    <a:pt x="1011726" y="224196"/>
                    <a:pt x="1011726" y="217319"/>
                  </a:cubicBezTo>
                  <a:cubicBezTo>
                    <a:pt x="1011726" y="210442"/>
                    <a:pt x="1010308" y="204470"/>
                    <a:pt x="1007473" y="199403"/>
                  </a:cubicBezTo>
                  <a:cubicBezTo>
                    <a:pt x="1004638" y="194335"/>
                    <a:pt x="1000928" y="190474"/>
                    <a:pt x="996343" y="187820"/>
                  </a:cubicBezTo>
                  <a:cubicBezTo>
                    <a:pt x="991758" y="185166"/>
                    <a:pt x="986812" y="183839"/>
                    <a:pt x="981503" y="183839"/>
                  </a:cubicBezTo>
                  <a:close/>
                  <a:moveTo>
                    <a:pt x="667178" y="183839"/>
                  </a:moveTo>
                  <a:cubicBezTo>
                    <a:pt x="661870" y="183839"/>
                    <a:pt x="656923" y="185136"/>
                    <a:pt x="652338" y="187730"/>
                  </a:cubicBezTo>
                  <a:cubicBezTo>
                    <a:pt x="647754" y="190324"/>
                    <a:pt x="644044" y="194124"/>
                    <a:pt x="641208" y="199131"/>
                  </a:cubicBezTo>
                  <a:cubicBezTo>
                    <a:pt x="638373" y="204138"/>
                    <a:pt x="636955" y="210080"/>
                    <a:pt x="636955" y="216957"/>
                  </a:cubicBezTo>
                  <a:cubicBezTo>
                    <a:pt x="636955" y="223834"/>
                    <a:pt x="638373" y="229867"/>
                    <a:pt x="641208" y="235055"/>
                  </a:cubicBezTo>
                  <a:cubicBezTo>
                    <a:pt x="644044" y="240243"/>
                    <a:pt x="647784" y="244194"/>
                    <a:pt x="652429" y="246908"/>
                  </a:cubicBezTo>
                  <a:cubicBezTo>
                    <a:pt x="657074" y="249623"/>
                    <a:pt x="661990" y="250980"/>
                    <a:pt x="667178" y="250980"/>
                  </a:cubicBezTo>
                  <a:cubicBezTo>
                    <a:pt x="672487" y="250980"/>
                    <a:pt x="677433" y="249653"/>
                    <a:pt x="682018" y="246999"/>
                  </a:cubicBezTo>
                  <a:cubicBezTo>
                    <a:pt x="686603" y="244345"/>
                    <a:pt x="690313" y="240454"/>
                    <a:pt x="693148" y="235326"/>
                  </a:cubicBezTo>
                  <a:cubicBezTo>
                    <a:pt x="695983" y="230198"/>
                    <a:pt x="697401" y="224196"/>
                    <a:pt x="697401" y="217319"/>
                  </a:cubicBezTo>
                  <a:cubicBezTo>
                    <a:pt x="697401" y="210442"/>
                    <a:pt x="695983" y="204470"/>
                    <a:pt x="693148" y="199403"/>
                  </a:cubicBezTo>
                  <a:cubicBezTo>
                    <a:pt x="690313" y="194335"/>
                    <a:pt x="686603" y="190474"/>
                    <a:pt x="682018" y="187820"/>
                  </a:cubicBezTo>
                  <a:cubicBezTo>
                    <a:pt x="677433" y="185166"/>
                    <a:pt x="672487" y="183839"/>
                    <a:pt x="667178" y="183839"/>
                  </a:cubicBezTo>
                  <a:close/>
                  <a:moveTo>
                    <a:pt x="550345" y="183296"/>
                  </a:moveTo>
                  <a:cubicBezTo>
                    <a:pt x="543226" y="183296"/>
                    <a:pt x="537133" y="185558"/>
                    <a:pt x="532066" y="190082"/>
                  </a:cubicBezTo>
                  <a:cubicBezTo>
                    <a:pt x="526999" y="194607"/>
                    <a:pt x="523983" y="200730"/>
                    <a:pt x="523017" y="208451"/>
                  </a:cubicBezTo>
                  <a:lnTo>
                    <a:pt x="578215" y="208451"/>
                  </a:lnTo>
                  <a:cubicBezTo>
                    <a:pt x="578094" y="200850"/>
                    <a:pt x="575379" y="194757"/>
                    <a:pt x="570071" y="190173"/>
                  </a:cubicBezTo>
                  <a:cubicBezTo>
                    <a:pt x="564762" y="185588"/>
                    <a:pt x="558187" y="183296"/>
                    <a:pt x="550345" y="183296"/>
                  </a:cubicBezTo>
                  <a:close/>
                  <a:moveTo>
                    <a:pt x="1127483" y="167551"/>
                  </a:moveTo>
                  <a:lnTo>
                    <a:pt x="1148114" y="167551"/>
                  </a:lnTo>
                  <a:lnTo>
                    <a:pt x="1148114" y="267268"/>
                  </a:lnTo>
                  <a:lnTo>
                    <a:pt x="1127483" y="267268"/>
                  </a:lnTo>
                  <a:close/>
                  <a:moveTo>
                    <a:pt x="794108" y="167551"/>
                  </a:moveTo>
                  <a:lnTo>
                    <a:pt x="814740" y="167551"/>
                  </a:lnTo>
                  <a:lnTo>
                    <a:pt x="814740" y="267268"/>
                  </a:lnTo>
                  <a:lnTo>
                    <a:pt x="794108" y="267268"/>
                  </a:lnTo>
                  <a:close/>
                  <a:moveTo>
                    <a:pt x="1339719" y="165922"/>
                  </a:moveTo>
                  <a:cubicBezTo>
                    <a:pt x="1347562" y="165922"/>
                    <a:pt x="1354589" y="167551"/>
                    <a:pt x="1360803" y="170808"/>
                  </a:cubicBezTo>
                  <a:cubicBezTo>
                    <a:pt x="1367016" y="174066"/>
                    <a:pt x="1371873" y="178892"/>
                    <a:pt x="1375371" y="185286"/>
                  </a:cubicBezTo>
                  <a:cubicBezTo>
                    <a:pt x="1378870" y="191681"/>
                    <a:pt x="1380620" y="199403"/>
                    <a:pt x="1380620" y="208451"/>
                  </a:cubicBezTo>
                  <a:lnTo>
                    <a:pt x="1380620" y="267268"/>
                  </a:lnTo>
                  <a:lnTo>
                    <a:pt x="1360170" y="267268"/>
                  </a:lnTo>
                  <a:lnTo>
                    <a:pt x="1360170" y="211528"/>
                  </a:lnTo>
                  <a:cubicBezTo>
                    <a:pt x="1360170" y="202600"/>
                    <a:pt x="1357938" y="195753"/>
                    <a:pt x="1353473" y="190987"/>
                  </a:cubicBezTo>
                  <a:cubicBezTo>
                    <a:pt x="1349009" y="186221"/>
                    <a:pt x="1342917" y="183839"/>
                    <a:pt x="1335195" y="183839"/>
                  </a:cubicBezTo>
                  <a:cubicBezTo>
                    <a:pt x="1327473" y="183839"/>
                    <a:pt x="1321350" y="186221"/>
                    <a:pt x="1316826" y="190987"/>
                  </a:cubicBezTo>
                  <a:cubicBezTo>
                    <a:pt x="1312302" y="195753"/>
                    <a:pt x="1310040" y="202600"/>
                    <a:pt x="1310040" y="211528"/>
                  </a:cubicBezTo>
                  <a:lnTo>
                    <a:pt x="1310040" y="267268"/>
                  </a:lnTo>
                  <a:lnTo>
                    <a:pt x="1289408" y="267268"/>
                  </a:lnTo>
                  <a:lnTo>
                    <a:pt x="1289408" y="167551"/>
                  </a:lnTo>
                  <a:lnTo>
                    <a:pt x="1310040" y="167551"/>
                  </a:lnTo>
                  <a:lnTo>
                    <a:pt x="1310040" y="178952"/>
                  </a:lnTo>
                  <a:cubicBezTo>
                    <a:pt x="1313418" y="174850"/>
                    <a:pt x="1317731" y="171653"/>
                    <a:pt x="1322979" y="169361"/>
                  </a:cubicBezTo>
                  <a:cubicBezTo>
                    <a:pt x="1328228" y="167068"/>
                    <a:pt x="1333808" y="165922"/>
                    <a:pt x="1339719" y="165922"/>
                  </a:cubicBezTo>
                  <a:close/>
                  <a:moveTo>
                    <a:pt x="1219266" y="165922"/>
                  </a:moveTo>
                  <a:cubicBezTo>
                    <a:pt x="1228798" y="165922"/>
                    <a:pt x="1237424" y="168034"/>
                    <a:pt x="1245146" y="172256"/>
                  </a:cubicBezTo>
                  <a:cubicBezTo>
                    <a:pt x="1252867" y="176479"/>
                    <a:pt x="1258960" y="182512"/>
                    <a:pt x="1263424" y="190354"/>
                  </a:cubicBezTo>
                  <a:cubicBezTo>
                    <a:pt x="1267888" y="198196"/>
                    <a:pt x="1270120" y="207184"/>
                    <a:pt x="1270120" y="217319"/>
                  </a:cubicBezTo>
                  <a:cubicBezTo>
                    <a:pt x="1270120" y="227454"/>
                    <a:pt x="1267828" y="236442"/>
                    <a:pt x="1263243" y="244284"/>
                  </a:cubicBezTo>
                  <a:cubicBezTo>
                    <a:pt x="1258658" y="252127"/>
                    <a:pt x="1252415" y="258189"/>
                    <a:pt x="1244512" y="262472"/>
                  </a:cubicBezTo>
                  <a:cubicBezTo>
                    <a:pt x="1236610" y="266755"/>
                    <a:pt x="1227893" y="268897"/>
                    <a:pt x="1218361" y="268897"/>
                  </a:cubicBezTo>
                  <a:cubicBezTo>
                    <a:pt x="1208951" y="268897"/>
                    <a:pt x="1200445" y="266755"/>
                    <a:pt x="1192844" y="262472"/>
                  </a:cubicBezTo>
                  <a:cubicBezTo>
                    <a:pt x="1185243" y="258189"/>
                    <a:pt x="1179271" y="252157"/>
                    <a:pt x="1174927" y="244375"/>
                  </a:cubicBezTo>
                  <a:cubicBezTo>
                    <a:pt x="1170584" y="236593"/>
                    <a:pt x="1168412" y="227574"/>
                    <a:pt x="1168412" y="217319"/>
                  </a:cubicBezTo>
                  <a:cubicBezTo>
                    <a:pt x="1168412" y="207184"/>
                    <a:pt x="1170644" y="198196"/>
                    <a:pt x="1175108" y="190354"/>
                  </a:cubicBezTo>
                  <a:cubicBezTo>
                    <a:pt x="1179572" y="182512"/>
                    <a:pt x="1185665" y="176479"/>
                    <a:pt x="1193387" y="172256"/>
                  </a:cubicBezTo>
                  <a:cubicBezTo>
                    <a:pt x="1201108" y="168034"/>
                    <a:pt x="1209735" y="165922"/>
                    <a:pt x="1219266" y="165922"/>
                  </a:cubicBezTo>
                  <a:close/>
                  <a:moveTo>
                    <a:pt x="977160" y="165922"/>
                  </a:moveTo>
                  <a:cubicBezTo>
                    <a:pt x="985002" y="165922"/>
                    <a:pt x="991849" y="167460"/>
                    <a:pt x="997700" y="170537"/>
                  </a:cubicBezTo>
                  <a:cubicBezTo>
                    <a:pt x="1003552" y="173614"/>
                    <a:pt x="1008227" y="177444"/>
                    <a:pt x="1011726" y="182029"/>
                  </a:cubicBezTo>
                  <a:lnTo>
                    <a:pt x="1011726" y="167551"/>
                  </a:lnTo>
                  <a:lnTo>
                    <a:pt x="1032538" y="167551"/>
                  </a:lnTo>
                  <a:lnTo>
                    <a:pt x="1032538" y="267268"/>
                  </a:lnTo>
                  <a:lnTo>
                    <a:pt x="1011726" y="267268"/>
                  </a:lnTo>
                  <a:lnTo>
                    <a:pt x="1011726" y="252428"/>
                  </a:lnTo>
                  <a:cubicBezTo>
                    <a:pt x="1008227" y="257134"/>
                    <a:pt x="1003462" y="261055"/>
                    <a:pt x="997429" y="264192"/>
                  </a:cubicBezTo>
                  <a:cubicBezTo>
                    <a:pt x="991396" y="267328"/>
                    <a:pt x="984519" y="268897"/>
                    <a:pt x="976798" y="268897"/>
                  </a:cubicBezTo>
                  <a:cubicBezTo>
                    <a:pt x="968232" y="268897"/>
                    <a:pt x="960389" y="266695"/>
                    <a:pt x="953271" y="262291"/>
                  </a:cubicBezTo>
                  <a:cubicBezTo>
                    <a:pt x="946153" y="257888"/>
                    <a:pt x="940512" y="251734"/>
                    <a:pt x="936350" y="243832"/>
                  </a:cubicBezTo>
                  <a:cubicBezTo>
                    <a:pt x="932188" y="235929"/>
                    <a:pt x="930106" y="226971"/>
                    <a:pt x="930106" y="216957"/>
                  </a:cubicBezTo>
                  <a:cubicBezTo>
                    <a:pt x="930106" y="206943"/>
                    <a:pt x="932188" y="198075"/>
                    <a:pt x="936350" y="190354"/>
                  </a:cubicBezTo>
                  <a:cubicBezTo>
                    <a:pt x="940512" y="182632"/>
                    <a:pt x="946183" y="176630"/>
                    <a:pt x="953362" y="172347"/>
                  </a:cubicBezTo>
                  <a:cubicBezTo>
                    <a:pt x="960540" y="168064"/>
                    <a:pt x="968473" y="165922"/>
                    <a:pt x="977160" y="165922"/>
                  </a:cubicBezTo>
                  <a:close/>
                  <a:moveTo>
                    <a:pt x="876300" y="165922"/>
                  </a:moveTo>
                  <a:cubicBezTo>
                    <a:pt x="887641" y="165922"/>
                    <a:pt x="896780" y="168788"/>
                    <a:pt x="903717" y="174518"/>
                  </a:cubicBezTo>
                  <a:cubicBezTo>
                    <a:pt x="910655" y="180249"/>
                    <a:pt x="914365" y="188061"/>
                    <a:pt x="914847" y="197955"/>
                  </a:cubicBezTo>
                  <a:lnTo>
                    <a:pt x="894216" y="197955"/>
                  </a:lnTo>
                  <a:cubicBezTo>
                    <a:pt x="893854" y="193491"/>
                    <a:pt x="892044" y="189931"/>
                    <a:pt x="888787" y="187277"/>
                  </a:cubicBezTo>
                  <a:cubicBezTo>
                    <a:pt x="885529" y="184623"/>
                    <a:pt x="881126" y="183296"/>
                    <a:pt x="875576" y="183296"/>
                  </a:cubicBezTo>
                  <a:cubicBezTo>
                    <a:pt x="870146" y="183296"/>
                    <a:pt x="865984" y="184321"/>
                    <a:pt x="863088" y="186372"/>
                  </a:cubicBezTo>
                  <a:cubicBezTo>
                    <a:pt x="860193" y="188423"/>
                    <a:pt x="858745" y="191138"/>
                    <a:pt x="858745" y="194516"/>
                  </a:cubicBezTo>
                  <a:cubicBezTo>
                    <a:pt x="858745" y="197170"/>
                    <a:pt x="859710" y="199403"/>
                    <a:pt x="861641" y="201212"/>
                  </a:cubicBezTo>
                  <a:cubicBezTo>
                    <a:pt x="863571" y="203022"/>
                    <a:pt x="865924" y="204440"/>
                    <a:pt x="868699" y="205465"/>
                  </a:cubicBezTo>
                  <a:cubicBezTo>
                    <a:pt x="871474" y="206491"/>
                    <a:pt x="875576" y="207788"/>
                    <a:pt x="881005" y="209356"/>
                  </a:cubicBezTo>
                  <a:cubicBezTo>
                    <a:pt x="888244" y="211287"/>
                    <a:pt x="894186" y="213247"/>
                    <a:pt x="898831" y="215238"/>
                  </a:cubicBezTo>
                  <a:cubicBezTo>
                    <a:pt x="903476" y="217229"/>
                    <a:pt x="907488" y="220154"/>
                    <a:pt x="910866" y="224015"/>
                  </a:cubicBezTo>
                  <a:cubicBezTo>
                    <a:pt x="914244" y="227876"/>
                    <a:pt x="915993" y="233004"/>
                    <a:pt x="916114" y="239398"/>
                  </a:cubicBezTo>
                  <a:cubicBezTo>
                    <a:pt x="916114" y="245069"/>
                    <a:pt x="914546" y="250136"/>
                    <a:pt x="911409" y="254600"/>
                  </a:cubicBezTo>
                  <a:cubicBezTo>
                    <a:pt x="908272" y="259064"/>
                    <a:pt x="903838" y="262563"/>
                    <a:pt x="898107" y="265096"/>
                  </a:cubicBezTo>
                  <a:cubicBezTo>
                    <a:pt x="892376" y="267630"/>
                    <a:pt x="885650" y="268897"/>
                    <a:pt x="877928" y="268897"/>
                  </a:cubicBezTo>
                  <a:cubicBezTo>
                    <a:pt x="870086" y="268897"/>
                    <a:pt x="863058" y="267479"/>
                    <a:pt x="856845" y="264644"/>
                  </a:cubicBezTo>
                  <a:cubicBezTo>
                    <a:pt x="850631" y="261809"/>
                    <a:pt x="845715" y="257948"/>
                    <a:pt x="842095" y="253062"/>
                  </a:cubicBezTo>
                  <a:cubicBezTo>
                    <a:pt x="838476" y="248175"/>
                    <a:pt x="836545" y="242716"/>
                    <a:pt x="836304" y="236683"/>
                  </a:cubicBezTo>
                  <a:lnTo>
                    <a:pt x="857659" y="236683"/>
                  </a:lnTo>
                  <a:cubicBezTo>
                    <a:pt x="858021" y="240906"/>
                    <a:pt x="860042" y="244435"/>
                    <a:pt x="863722" y="247270"/>
                  </a:cubicBezTo>
                  <a:cubicBezTo>
                    <a:pt x="867402" y="250106"/>
                    <a:pt x="872017" y="251523"/>
                    <a:pt x="877566" y="251523"/>
                  </a:cubicBezTo>
                  <a:cubicBezTo>
                    <a:pt x="883358" y="251523"/>
                    <a:pt x="887852" y="250407"/>
                    <a:pt x="891049" y="248175"/>
                  </a:cubicBezTo>
                  <a:cubicBezTo>
                    <a:pt x="894246" y="245943"/>
                    <a:pt x="895845" y="243078"/>
                    <a:pt x="895845" y="239579"/>
                  </a:cubicBezTo>
                  <a:cubicBezTo>
                    <a:pt x="895845" y="235839"/>
                    <a:pt x="894065" y="233064"/>
                    <a:pt x="890506" y="231254"/>
                  </a:cubicBezTo>
                  <a:cubicBezTo>
                    <a:pt x="886947" y="229444"/>
                    <a:pt x="881307" y="227454"/>
                    <a:pt x="873585" y="225282"/>
                  </a:cubicBezTo>
                  <a:cubicBezTo>
                    <a:pt x="866105" y="223231"/>
                    <a:pt x="860012" y="221240"/>
                    <a:pt x="855307" y="219310"/>
                  </a:cubicBezTo>
                  <a:cubicBezTo>
                    <a:pt x="850601" y="217379"/>
                    <a:pt x="846529" y="214423"/>
                    <a:pt x="843091" y="210442"/>
                  </a:cubicBezTo>
                  <a:cubicBezTo>
                    <a:pt x="839652" y="206461"/>
                    <a:pt x="837933" y="201212"/>
                    <a:pt x="837933" y="194697"/>
                  </a:cubicBezTo>
                  <a:cubicBezTo>
                    <a:pt x="837933" y="189389"/>
                    <a:pt x="839501" y="184532"/>
                    <a:pt x="842638" y="180129"/>
                  </a:cubicBezTo>
                  <a:cubicBezTo>
                    <a:pt x="845775" y="175725"/>
                    <a:pt x="850269" y="172256"/>
                    <a:pt x="856121" y="169723"/>
                  </a:cubicBezTo>
                  <a:cubicBezTo>
                    <a:pt x="861972" y="167189"/>
                    <a:pt x="868699" y="165922"/>
                    <a:pt x="876300" y="165922"/>
                  </a:cubicBezTo>
                  <a:close/>
                  <a:moveTo>
                    <a:pt x="662835" y="165922"/>
                  </a:moveTo>
                  <a:cubicBezTo>
                    <a:pt x="670677" y="165922"/>
                    <a:pt x="677524" y="167460"/>
                    <a:pt x="683375" y="170537"/>
                  </a:cubicBezTo>
                  <a:cubicBezTo>
                    <a:pt x="689227" y="173614"/>
                    <a:pt x="693902" y="177444"/>
                    <a:pt x="697401" y="182029"/>
                  </a:cubicBezTo>
                  <a:lnTo>
                    <a:pt x="697401" y="167551"/>
                  </a:lnTo>
                  <a:lnTo>
                    <a:pt x="718213" y="167551"/>
                  </a:lnTo>
                  <a:lnTo>
                    <a:pt x="718213" y="267268"/>
                  </a:lnTo>
                  <a:lnTo>
                    <a:pt x="697401" y="267268"/>
                  </a:lnTo>
                  <a:lnTo>
                    <a:pt x="697401" y="252428"/>
                  </a:lnTo>
                  <a:cubicBezTo>
                    <a:pt x="693902" y="257134"/>
                    <a:pt x="689137" y="261055"/>
                    <a:pt x="683104" y="264192"/>
                  </a:cubicBezTo>
                  <a:cubicBezTo>
                    <a:pt x="677072" y="267328"/>
                    <a:pt x="670194" y="268897"/>
                    <a:pt x="662473" y="268897"/>
                  </a:cubicBezTo>
                  <a:cubicBezTo>
                    <a:pt x="653907" y="268897"/>
                    <a:pt x="646064" y="266695"/>
                    <a:pt x="638946" y="262291"/>
                  </a:cubicBezTo>
                  <a:cubicBezTo>
                    <a:pt x="631828" y="257888"/>
                    <a:pt x="626187" y="251734"/>
                    <a:pt x="622025" y="243832"/>
                  </a:cubicBezTo>
                  <a:cubicBezTo>
                    <a:pt x="617863" y="235929"/>
                    <a:pt x="615781" y="226971"/>
                    <a:pt x="615781" y="216957"/>
                  </a:cubicBezTo>
                  <a:cubicBezTo>
                    <a:pt x="615781" y="206943"/>
                    <a:pt x="617863" y="198075"/>
                    <a:pt x="622025" y="190354"/>
                  </a:cubicBezTo>
                  <a:cubicBezTo>
                    <a:pt x="626187" y="182632"/>
                    <a:pt x="631858" y="176630"/>
                    <a:pt x="639037" y="172347"/>
                  </a:cubicBezTo>
                  <a:cubicBezTo>
                    <a:pt x="646215" y="168064"/>
                    <a:pt x="654148" y="165922"/>
                    <a:pt x="662835" y="165922"/>
                  </a:cubicBezTo>
                  <a:close/>
                  <a:moveTo>
                    <a:pt x="551249" y="165922"/>
                  </a:moveTo>
                  <a:cubicBezTo>
                    <a:pt x="560660" y="165922"/>
                    <a:pt x="569045" y="167973"/>
                    <a:pt x="576405" y="172075"/>
                  </a:cubicBezTo>
                  <a:cubicBezTo>
                    <a:pt x="583765" y="176177"/>
                    <a:pt x="589495" y="181938"/>
                    <a:pt x="593598" y="189358"/>
                  </a:cubicBezTo>
                  <a:cubicBezTo>
                    <a:pt x="597700" y="196778"/>
                    <a:pt x="599751" y="205314"/>
                    <a:pt x="599751" y="214966"/>
                  </a:cubicBezTo>
                  <a:cubicBezTo>
                    <a:pt x="599751" y="218707"/>
                    <a:pt x="599509" y="222085"/>
                    <a:pt x="599027" y="225101"/>
                  </a:cubicBezTo>
                  <a:lnTo>
                    <a:pt x="522836" y="225101"/>
                  </a:lnTo>
                  <a:cubicBezTo>
                    <a:pt x="523440" y="233064"/>
                    <a:pt x="526396" y="239458"/>
                    <a:pt x="531704" y="244284"/>
                  </a:cubicBezTo>
                  <a:cubicBezTo>
                    <a:pt x="537013" y="249110"/>
                    <a:pt x="543528" y="251523"/>
                    <a:pt x="551249" y="251523"/>
                  </a:cubicBezTo>
                  <a:cubicBezTo>
                    <a:pt x="562349" y="251523"/>
                    <a:pt x="570191" y="246878"/>
                    <a:pt x="574776" y="237588"/>
                  </a:cubicBezTo>
                  <a:lnTo>
                    <a:pt x="597036" y="237588"/>
                  </a:lnTo>
                  <a:cubicBezTo>
                    <a:pt x="594020" y="246758"/>
                    <a:pt x="588560" y="254268"/>
                    <a:pt x="580658" y="260120"/>
                  </a:cubicBezTo>
                  <a:cubicBezTo>
                    <a:pt x="572755" y="265971"/>
                    <a:pt x="562952" y="268897"/>
                    <a:pt x="551249" y="268897"/>
                  </a:cubicBezTo>
                  <a:cubicBezTo>
                    <a:pt x="541718" y="268897"/>
                    <a:pt x="533182" y="266755"/>
                    <a:pt x="525641" y="262472"/>
                  </a:cubicBezTo>
                  <a:cubicBezTo>
                    <a:pt x="518101" y="258189"/>
                    <a:pt x="512189" y="252157"/>
                    <a:pt x="507906" y="244375"/>
                  </a:cubicBezTo>
                  <a:cubicBezTo>
                    <a:pt x="503623" y="236593"/>
                    <a:pt x="501481" y="227574"/>
                    <a:pt x="501481" y="217319"/>
                  </a:cubicBezTo>
                  <a:cubicBezTo>
                    <a:pt x="501481" y="207064"/>
                    <a:pt x="503563" y="198045"/>
                    <a:pt x="507725" y="190263"/>
                  </a:cubicBezTo>
                  <a:cubicBezTo>
                    <a:pt x="511887" y="182481"/>
                    <a:pt x="517739" y="176479"/>
                    <a:pt x="525280" y="172256"/>
                  </a:cubicBezTo>
                  <a:cubicBezTo>
                    <a:pt x="532820" y="168034"/>
                    <a:pt x="541477" y="165922"/>
                    <a:pt x="551249" y="165922"/>
                  </a:cubicBezTo>
                  <a:close/>
                  <a:moveTo>
                    <a:pt x="414690" y="158321"/>
                  </a:moveTo>
                  <a:lnTo>
                    <a:pt x="414690" y="200488"/>
                  </a:lnTo>
                  <a:lnTo>
                    <a:pt x="437492" y="200488"/>
                  </a:lnTo>
                  <a:cubicBezTo>
                    <a:pt x="445214" y="200488"/>
                    <a:pt x="451035" y="198558"/>
                    <a:pt x="454956" y="194697"/>
                  </a:cubicBezTo>
                  <a:cubicBezTo>
                    <a:pt x="458878" y="190836"/>
                    <a:pt x="460838" y="185648"/>
                    <a:pt x="460838" y="179133"/>
                  </a:cubicBezTo>
                  <a:cubicBezTo>
                    <a:pt x="460838" y="172618"/>
                    <a:pt x="458908" y="167521"/>
                    <a:pt x="455047" y="163841"/>
                  </a:cubicBezTo>
                  <a:cubicBezTo>
                    <a:pt x="451186" y="160161"/>
                    <a:pt x="445335" y="158321"/>
                    <a:pt x="437492" y="158321"/>
                  </a:cubicBezTo>
                  <a:close/>
                  <a:moveTo>
                    <a:pt x="1064066" y="142757"/>
                  </a:moveTo>
                  <a:lnTo>
                    <a:pt x="1084878" y="142757"/>
                  </a:lnTo>
                  <a:lnTo>
                    <a:pt x="1084878" y="167551"/>
                  </a:lnTo>
                  <a:lnTo>
                    <a:pt x="1109129" y="167551"/>
                  </a:lnTo>
                  <a:lnTo>
                    <a:pt x="1109129" y="184382"/>
                  </a:lnTo>
                  <a:lnTo>
                    <a:pt x="1084878" y="184382"/>
                  </a:lnTo>
                  <a:lnTo>
                    <a:pt x="1084878" y="239579"/>
                  </a:lnTo>
                  <a:cubicBezTo>
                    <a:pt x="1084878" y="243319"/>
                    <a:pt x="1085753" y="246004"/>
                    <a:pt x="1087502" y="247632"/>
                  </a:cubicBezTo>
                  <a:cubicBezTo>
                    <a:pt x="1089252" y="249261"/>
                    <a:pt x="1092238" y="250076"/>
                    <a:pt x="1096460" y="250076"/>
                  </a:cubicBezTo>
                  <a:lnTo>
                    <a:pt x="1109129" y="250076"/>
                  </a:lnTo>
                  <a:lnTo>
                    <a:pt x="1109129" y="267268"/>
                  </a:lnTo>
                  <a:lnTo>
                    <a:pt x="1092841" y="267268"/>
                  </a:lnTo>
                  <a:cubicBezTo>
                    <a:pt x="1083551" y="267268"/>
                    <a:pt x="1076433" y="265096"/>
                    <a:pt x="1071486" y="260753"/>
                  </a:cubicBezTo>
                  <a:cubicBezTo>
                    <a:pt x="1066539" y="256410"/>
                    <a:pt x="1064066" y="249352"/>
                    <a:pt x="1064066" y="239579"/>
                  </a:cubicBezTo>
                  <a:lnTo>
                    <a:pt x="1064066" y="184382"/>
                  </a:lnTo>
                  <a:lnTo>
                    <a:pt x="1052303" y="184382"/>
                  </a:lnTo>
                  <a:lnTo>
                    <a:pt x="1052303" y="167551"/>
                  </a:lnTo>
                  <a:lnTo>
                    <a:pt x="1064066" y="167551"/>
                  </a:lnTo>
                  <a:close/>
                  <a:moveTo>
                    <a:pt x="394058" y="141491"/>
                  </a:moveTo>
                  <a:lnTo>
                    <a:pt x="437492" y="141491"/>
                  </a:lnTo>
                  <a:cubicBezTo>
                    <a:pt x="447144" y="141491"/>
                    <a:pt x="455318" y="143180"/>
                    <a:pt x="462014" y="146558"/>
                  </a:cubicBezTo>
                  <a:cubicBezTo>
                    <a:pt x="468711" y="149936"/>
                    <a:pt x="473718" y="154460"/>
                    <a:pt x="477035" y="160131"/>
                  </a:cubicBezTo>
                  <a:cubicBezTo>
                    <a:pt x="480353" y="165801"/>
                    <a:pt x="482012" y="172136"/>
                    <a:pt x="482012" y="179133"/>
                  </a:cubicBezTo>
                  <a:cubicBezTo>
                    <a:pt x="482012" y="187338"/>
                    <a:pt x="479629" y="194788"/>
                    <a:pt x="474864" y="201484"/>
                  </a:cubicBezTo>
                  <a:cubicBezTo>
                    <a:pt x="470098" y="208180"/>
                    <a:pt x="462769" y="212734"/>
                    <a:pt x="452875" y="215147"/>
                  </a:cubicBezTo>
                  <a:lnTo>
                    <a:pt x="484003" y="267268"/>
                  </a:lnTo>
                  <a:lnTo>
                    <a:pt x="459390" y="267268"/>
                  </a:lnTo>
                  <a:lnTo>
                    <a:pt x="430434" y="216957"/>
                  </a:lnTo>
                  <a:lnTo>
                    <a:pt x="414690" y="216957"/>
                  </a:lnTo>
                  <a:lnTo>
                    <a:pt x="414690" y="267268"/>
                  </a:lnTo>
                  <a:lnTo>
                    <a:pt x="394058" y="267268"/>
                  </a:lnTo>
                  <a:close/>
                  <a:moveTo>
                    <a:pt x="746483" y="133347"/>
                  </a:moveTo>
                  <a:lnTo>
                    <a:pt x="767115" y="133347"/>
                  </a:lnTo>
                  <a:lnTo>
                    <a:pt x="767115" y="267268"/>
                  </a:lnTo>
                  <a:lnTo>
                    <a:pt x="746483" y="267268"/>
                  </a:lnTo>
                  <a:close/>
                  <a:moveTo>
                    <a:pt x="1137980" y="127917"/>
                  </a:moveTo>
                  <a:cubicBezTo>
                    <a:pt x="1141599" y="127917"/>
                    <a:pt x="1144676" y="129184"/>
                    <a:pt x="1147210" y="131718"/>
                  </a:cubicBezTo>
                  <a:cubicBezTo>
                    <a:pt x="1149743" y="134252"/>
                    <a:pt x="1151010" y="137388"/>
                    <a:pt x="1151010" y="141129"/>
                  </a:cubicBezTo>
                  <a:cubicBezTo>
                    <a:pt x="1151010" y="144869"/>
                    <a:pt x="1149743" y="148006"/>
                    <a:pt x="1147210" y="150539"/>
                  </a:cubicBezTo>
                  <a:cubicBezTo>
                    <a:pt x="1144676" y="153073"/>
                    <a:pt x="1141599" y="154340"/>
                    <a:pt x="1137980" y="154340"/>
                  </a:cubicBezTo>
                  <a:cubicBezTo>
                    <a:pt x="1134240" y="154340"/>
                    <a:pt x="1131103" y="153073"/>
                    <a:pt x="1128569" y="150539"/>
                  </a:cubicBezTo>
                  <a:cubicBezTo>
                    <a:pt x="1126036" y="148006"/>
                    <a:pt x="1124769" y="144869"/>
                    <a:pt x="1124769" y="141129"/>
                  </a:cubicBezTo>
                  <a:cubicBezTo>
                    <a:pt x="1124769" y="137388"/>
                    <a:pt x="1126036" y="134252"/>
                    <a:pt x="1128569" y="131718"/>
                  </a:cubicBezTo>
                  <a:cubicBezTo>
                    <a:pt x="1131103" y="129184"/>
                    <a:pt x="1134240" y="127917"/>
                    <a:pt x="1137980" y="127917"/>
                  </a:cubicBezTo>
                  <a:close/>
                  <a:moveTo>
                    <a:pt x="804605" y="127917"/>
                  </a:moveTo>
                  <a:cubicBezTo>
                    <a:pt x="808224" y="127917"/>
                    <a:pt x="811301" y="129184"/>
                    <a:pt x="813835" y="131718"/>
                  </a:cubicBezTo>
                  <a:cubicBezTo>
                    <a:pt x="816368" y="134252"/>
                    <a:pt x="817635" y="137388"/>
                    <a:pt x="817635" y="141129"/>
                  </a:cubicBezTo>
                  <a:cubicBezTo>
                    <a:pt x="817635" y="144869"/>
                    <a:pt x="816368" y="148006"/>
                    <a:pt x="813835" y="150539"/>
                  </a:cubicBezTo>
                  <a:cubicBezTo>
                    <a:pt x="811301" y="153073"/>
                    <a:pt x="808224" y="154340"/>
                    <a:pt x="804605" y="154340"/>
                  </a:cubicBezTo>
                  <a:cubicBezTo>
                    <a:pt x="800865" y="154340"/>
                    <a:pt x="797728" y="153073"/>
                    <a:pt x="795194" y="150539"/>
                  </a:cubicBezTo>
                  <a:cubicBezTo>
                    <a:pt x="792661" y="148006"/>
                    <a:pt x="791394" y="144869"/>
                    <a:pt x="791394" y="141129"/>
                  </a:cubicBezTo>
                  <a:cubicBezTo>
                    <a:pt x="791394" y="137388"/>
                    <a:pt x="792661" y="134252"/>
                    <a:pt x="795194" y="131718"/>
                  </a:cubicBezTo>
                  <a:cubicBezTo>
                    <a:pt x="797728" y="129184"/>
                    <a:pt x="800865" y="127917"/>
                    <a:pt x="804605" y="127917"/>
                  </a:cubicBezTo>
                  <a:close/>
                  <a:moveTo>
                    <a:pt x="569347" y="123212"/>
                  </a:moveTo>
                  <a:lnTo>
                    <a:pt x="569347" y="140767"/>
                  </a:lnTo>
                  <a:lnTo>
                    <a:pt x="529351" y="160493"/>
                  </a:lnTo>
                  <a:lnTo>
                    <a:pt x="529351" y="145291"/>
                  </a:lnTo>
                  <a:close/>
                  <a:moveTo>
                    <a:pt x="168252" y="0"/>
                  </a:moveTo>
                  <a:cubicBezTo>
                    <a:pt x="261175" y="0"/>
                    <a:pt x="336504" y="76293"/>
                    <a:pt x="336504" y="170405"/>
                  </a:cubicBezTo>
                  <a:cubicBezTo>
                    <a:pt x="336504" y="264517"/>
                    <a:pt x="261175" y="340810"/>
                    <a:pt x="168252" y="340810"/>
                  </a:cubicBezTo>
                  <a:cubicBezTo>
                    <a:pt x="75329" y="340810"/>
                    <a:pt x="0" y="264517"/>
                    <a:pt x="0" y="170405"/>
                  </a:cubicBezTo>
                  <a:cubicBezTo>
                    <a:pt x="0" y="76293"/>
                    <a:pt x="75329" y="0"/>
                    <a:pt x="1682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" name="Google Shape;76;p2"/>
            <p:cNvSpPr txBox="1"/>
            <p:nvPr/>
          </p:nvSpPr>
          <p:spPr>
            <a:xfrm>
              <a:off x="6514158" y="3191831"/>
              <a:ext cx="281262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dirty="0">
                  <a:solidFill>
                    <a:schemeClr val="dk1"/>
                  </a:solidFill>
                  <a:latin typeface="Poppins ExtraBold"/>
                  <a:cs typeface="Poppins ExtraBold"/>
                  <a:sym typeface="Poppins ExtraBold"/>
                </a:rPr>
                <a:t>5</a:t>
              </a:r>
              <a:endParaRPr dirty="0"/>
            </a:p>
          </p:txBody>
        </p:sp>
      </p:grpSp>
      <p:grpSp>
        <p:nvGrpSpPr>
          <p:cNvPr id="12" name="Groupe 11"/>
          <p:cNvGrpSpPr/>
          <p:nvPr/>
        </p:nvGrpSpPr>
        <p:grpSpPr>
          <a:xfrm>
            <a:off x="6514158" y="3682375"/>
            <a:ext cx="1366822" cy="340810"/>
            <a:chOff x="6514158" y="3682375"/>
            <a:chExt cx="1366822" cy="340810"/>
          </a:xfrm>
        </p:grpSpPr>
        <p:sp>
          <p:nvSpPr>
            <p:cNvPr id="34" name="ZoneTexte 33"/>
            <p:cNvSpPr txBox="1"/>
            <p:nvPr/>
          </p:nvSpPr>
          <p:spPr>
            <a:xfrm>
              <a:off x="6514158" y="3682375"/>
              <a:ext cx="1366822" cy="340810"/>
            </a:xfrm>
            <a:custGeom>
              <a:avLst/>
              <a:gdLst/>
              <a:ahLst/>
              <a:cxnLst/>
              <a:rect l="l" t="t" r="r" b="b"/>
              <a:pathLst>
                <a:path w="1366822" h="340810">
                  <a:moveTo>
                    <a:pt x="1205106" y="189995"/>
                  </a:moveTo>
                  <a:cubicBezTo>
                    <a:pt x="1199798" y="189995"/>
                    <a:pt x="1194881" y="191261"/>
                    <a:pt x="1190357" y="193795"/>
                  </a:cubicBezTo>
                  <a:cubicBezTo>
                    <a:pt x="1185833" y="196329"/>
                    <a:pt x="1182243" y="200099"/>
                    <a:pt x="1179589" y="205106"/>
                  </a:cubicBezTo>
                  <a:cubicBezTo>
                    <a:pt x="1176935" y="210113"/>
                    <a:pt x="1175607" y="216236"/>
                    <a:pt x="1175607" y="223475"/>
                  </a:cubicBezTo>
                  <a:cubicBezTo>
                    <a:pt x="1175607" y="234213"/>
                    <a:pt x="1178352" y="242508"/>
                    <a:pt x="1183842" y="248359"/>
                  </a:cubicBezTo>
                  <a:cubicBezTo>
                    <a:pt x="1189331" y="254211"/>
                    <a:pt x="1196239" y="257136"/>
                    <a:pt x="1204563" y="257136"/>
                  </a:cubicBezTo>
                  <a:cubicBezTo>
                    <a:pt x="1209872" y="257136"/>
                    <a:pt x="1214849" y="255870"/>
                    <a:pt x="1219494" y="253336"/>
                  </a:cubicBezTo>
                  <a:cubicBezTo>
                    <a:pt x="1224139" y="250802"/>
                    <a:pt x="1227909" y="247002"/>
                    <a:pt x="1230805" y="241934"/>
                  </a:cubicBezTo>
                  <a:cubicBezTo>
                    <a:pt x="1233700" y="236867"/>
                    <a:pt x="1235148" y="230714"/>
                    <a:pt x="1235148" y="223475"/>
                  </a:cubicBezTo>
                  <a:cubicBezTo>
                    <a:pt x="1235148" y="216236"/>
                    <a:pt x="1233761" y="210113"/>
                    <a:pt x="1230986" y="205106"/>
                  </a:cubicBezTo>
                  <a:cubicBezTo>
                    <a:pt x="1228211" y="200099"/>
                    <a:pt x="1224531" y="196329"/>
                    <a:pt x="1219946" y="193795"/>
                  </a:cubicBezTo>
                  <a:cubicBezTo>
                    <a:pt x="1215362" y="191261"/>
                    <a:pt x="1210415" y="189995"/>
                    <a:pt x="1205106" y="189995"/>
                  </a:cubicBezTo>
                  <a:close/>
                  <a:moveTo>
                    <a:pt x="566931" y="189995"/>
                  </a:moveTo>
                  <a:cubicBezTo>
                    <a:pt x="561623" y="189995"/>
                    <a:pt x="556706" y="191261"/>
                    <a:pt x="552182" y="193795"/>
                  </a:cubicBezTo>
                  <a:cubicBezTo>
                    <a:pt x="547657" y="196329"/>
                    <a:pt x="544068" y="200099"/>
                    <a:pt x="541414" y="205106"/>
                  </a:cubicBezTo>
                  <a:cubicBezTo>
                    <a:pt x="538760" y="210113"/>
                    <a:pt x="537432" y="216236"/>
                    <a:pt x="537432" y="223475"/>
                  </a:cubicBezTo>
                  <a:cubicBezTo>
                    <a:pt x="537432" y="234213"/>
                    <a:pt x="540177" y="242508"/>
                    <a:pt x="545667" y="248359"/>
                  </a:cubicBezTo>
                  <a:cubicBezTo>
                    <a:pt x="551156" y="254211"/>
                    <a:pt x="558064" y="257136"/>
                    <a:pt x="566388" y="257136"/>
                  </a:cubicBezTo>
                  <a:cubicBezTo>
                    <a:pt x="571697" y="257136"/>
                    <a:pt x="576674" y="255870"/>
                    <a:pt x="581319" y="253336"/>
                  </a:cubicBezTo>
                  <a:cubicBezTo>
                    <a:pt x="585964" y="250802"/>
                    <a:pt x="589734" y="247002"/>
                    <a:pt x="592630" y="241934"/>
                  </a:cubicBezTo>
                  <a:cubicBezTo>
                    <a:pt x="595525" y="236867"/>
                    <a:pt x="596973" y="230714"/>
                    <a:pt x="596973" y="223475"/>
                  </a:cubicBezTo>
                  <a:cubicBezTo>
                    <a:pt x="596973" y="216236"/>
                    <a:pt x="595586" y="210113"/>
                    <a:pt x="592811" y="205106"/>
                  </a:cubicBezTo>
                  <a:cubicBezTo>
                    <a:pt x="590036" y="200099"/>
                    <a:pt x="586356" y="196329"/>
                    <a:pt x="581771" y="193795"/>
                  </a:cubicBezTo>
                  <a:cubicBezTo>
                    <a:pt x="577187" y="191261"/>
                    <a:pt x="572240" y="189995"/>
                    <a:pt x="566931" y="189995"/>
                  </a:cubicBezTo>
                  <a:close/>
                  <a:moveTo>
                    <a:pt x="1113685" y="173707"/>
                  </a:moveTo>
                  <a:lnTo>
                    <a:pt x="1134316" y="173707"/>
                  </a:lnTo>
                  <a:lnTo>
                    <a:pt x="1134316" y="273424"/>
                  </a:lnTo>
                  <a:lnTo>
                    <a:pt x="1113685" y="273424"/>
                  </a:lnTo>
                  <a:close/>
                  <a:moveTo>
                    <a:pt x="903230" y="173707"/>
                  </a:moveTo>
                  <a:lnTo>
                    <a:pt x="923681" y="173707"/>
                  </a:lnTo>
                  <a:lnTo>
                    <a:pt x="923681" y="229266"/>
                  </a:lnTo>
                  <a:cubicBezTo>
                    <a:pt x="923681" y="238194"/>
                    <a:pt x="925913" y="245041"/>
                    <a:pt x="930377" y="249807"/>
                  </a:cubicBezTo>
                  <a:cubicBezTo>
                    <a:pt x="934841" y="254573"/>
                    <a:pt x="940934" y="256955"/>
                    <a:pt x="948655" y="256955"/>
                  </a:cubicBezTo>
                  <a:cubicBezTo>
                    <a:pt x="956377" y="256955"/>
                    <a:pt x="962500" y="254573"/>
                    <a:pt x="967024" y="249807"/>
                  </a:cubicBezTo>
                  <a:cubicBezTo>
                    <a:pt x="971548" y="245041"/>
                    <a:pt x="973811" y="238194"/>
                    <a:pt x="973811" y="229266"/>
                  </a:cubicBezTo>
                  <a:lnTo>
                    <a:pt x="973811" y="173707"/>
                  </a:lnTo>
                  <a:lnTo>
                    <a:pt x="994442" y="173707"/>
                  </a:lnTo>
                  <a:lnTo>
                    <a:pt x="994442" y="273424"/>
                  </a:lnTo>
                  <a:lnTo>
                    <a:pt x="973811" y="273424"/>
                  </a:lnTo>
                  <a:lnTo>
                    <a:pt x="973811" y="261661"/>
                  </a:lnTo>
                  <a:cubicBezTo>
                    <a:pt x="970553" y="265763"/>
                    <a:pt x="966300" y="268990"/>
                    <a:pt x="961052" y="271343"/>
                  </a:cubicBezTo>
                  <a:cubicBezTo>
                    <a:pt x="955804" y="273696"/>
                    <a:pt x="950224" y="274872"/>
                    <a:pt x="944312" y="274872"/>
                  </a:cubicBezTo>
                  <a:cubicBezTo>
                    <a:pt x="936470" y="274872"/>
                    <a:pt x="929442" y="273243"/>
                    <a:pt x="923228" y="269986"/>
                  </a:cubicBezTo>
                  <a:cubicBezTo>
                    <a:pt x="917015" y="266728"/>
                    <a:pt x="912128" y="261902"/>
                    <a:pt x="908569" y="255508"/>
                  </a:cubicBezTo>
                  <a:cubicBezTo>
                    <a:pt x="905010" y="249113"/>
                    <a:pt x="903230" y="241392"/>
                    <a:pt x="903230" y="232343"/>
                  </a:cubicBezTo>
                  <a:close/>
                  <a:moveTo>
                    <a:pt x="1325921" y="172078"/>
                  </a:moveTo>
                  <a:cubicBezTo>
                    <a:pt x="1333764" y="172078"/>
                    <a:pt x="1340791" y="173707"/>
                    <a:pt x="1347005" y="176964"/>
                  </a:cubicBezTo>
                  <a:cubicBezTo>
                    <a:pt x="1353218" y="180222"/>
                    <a:pt x="1358075" y="185048"/>
                    <a:pt x="1361573" y="191442"/>
                  </a:cubicBezTo>
                  <a:cubicBezTo>
                    <a:pt x="1365072" y="197837"/>
                    <a:pt x="1366822" y="205559"/>
                    <a:pt x="1366822" y="214607"/>
                  </a:cubicBezTo>
                  <a:lnTo>
                    <a:pt x="1366822" y="273424"/>
                  </a:lnTo>
                  <a:lnTo>
                    <a:pt x="1346372" y="273424"/>
                  </a:lnTo>
                  <a:lnTo>
                    <a:pt x="1346372" y="217684"/>
                  </a:lnTo>
                  <a:cubicBezTo>
                    <a:pt x="1346372" y="208756"/>
                    <a:pt x="1344140" y="201909"/>
                    <a:pt x="1339675" y="197143"/>
                  </a:cubicBezTo>
                  <a:cubicBezTo>
                    <a:pt x="1335211" y="192377"/>
                    <a:pt x="1329119" y="189995"/>
                    <a:pt x="1321397" y="189995"/>
                  </a:cubicBezTo>
                  <a:cubicBezTo>
                    <a:pt x="1313675" y="189995"/>
                    <a:pt x="1307552" y="192377"/>
                    <a:pt x="1303028" y="197143"/>
                  </a:cubicBezTo>
                  <a:cubicBezTo>
                    <a:pt x="1298504" y="201909"/>
                    <a:pt x="1296242" y="208756"/>
                    <a:pt x="1296242" y="217684"/>
                  </a:cubicBezTo>
                  <a:lnTo>
                    <a:pt x="1296242" y="273424"/>
                  </a:lnTo>
                  <a:lnTo>
                    <a:pt x="1275610" y="273424"/>
                  </a:lnTo>
                  <a:lnTo>
                    <a:pt x="1275610" y="173707"/>
                  </a:lnTo>
                  <a:lnTo>
                    <a:pt x="1296242" y="173707"/>
                  </a:lnTo>
                  <a:lnTo>
                    <a:pt x="1296242" y="185108"/>
                  </a:lnTo>
                  <a:cubicBezTo>
                    <a:pt x="1299620" y="181006"/>
                    <a:pt x="1303933" y="177809"/>
                    <a:pt x="1309181" y="175517"/>
                  </a:cubicBezTo>
                  <a:cubicBezTo>
                    <a:pt x="1314430" y="173224"/>
                    <a:pt x="1320010" y="172078"/>
                    <a:pt x="1325921" y="172078"/>
                  </a:cubicBezTo>
                  <a:close/>
                  <a:moveTo>
                    <a:pt x="1205468" y="172078"/>
                  </a:moveTo>
                  <a:cubicBezTo>
                    <a:pt x="1215000" y="172078"/>
                    <a:pt x="1223626" y="174190"/>
                    <a:pt x="1231348" y="178412"/>
                  </a:cubicBezTo>
                  <a:cubicBezTo>
                    <a:pt x="1239069" y="182635"/>
                    <a:pt x="1245162" y="188668"/>
                    <a:pt x="1249626" y="196510"/>
                  </a:cubicBezTo>
                  <a:cubicBezTo>
                    <a:pt x="1254090" y="204352"/>
                    <a:pt x="1256322" y="213340"/>
                    <a:pt x="1256322" y="223475"/>
                  </a:cubicBezTo>
                  <a:cubicBezTo>
                    <a:pt x="1256322" y="233610"/>
                    <a:pt x="1254030" y="242598"/>
                    <a:pt x="1249445" y="250440"/>
                  </a:cubicBezTo>
                  <a:cubicBezTo>
                    <a:pt x="1244860" y="258283"/>
                    <a:pt x="1238617" y="264345"/>
                    <a:pt x="1230714" y="268628"/>
                  </a:cubicBezTo>
                  <a:cubicBezTo>
                    <a:pt x="1222812" y="272911"/>
                    <a:pt x="1214095" y="275053"/>
                    <a:pt x="1204563" y="275053"/>
                  </a:cubicBezTo>
                  <a:cubicBezTo>
                    <a:pt x="1195153" y="275053"/>
                    <a:pt x="1186647" y="272911"/>
                    <a:pt x="1179046" y="268628"/>
                  </a:cubicBezTo>
                  <a:cubicBezTo>
                    <a:pt x="1171445" y="264345"/>
                    <a:pt x="1165473" y="258313"/>
                    <a:pt x="1161129" y="250531"/>
                  </a:cubicBezTo>
                  <a:cubicBezTo>
                    <a:pt x="1156786" y="242749"/>
                    <a:pt x="1154614" y="233730"/>
                    <a:pt x="1154614" y="223475"/>
                  </a:cubicBezTo>
                  <a:cubicBezTo>
                    <a:pt x="1154614" y="213340"/>
                    <a:pt x="1156846" y="204352"/>
                    <a:pt x="1161310" y="196510"/>
                  </a:cubicBezTo>
                  <a:cubicBezTo>
                    <a:pt x="1165774" y="188668"/>
                    <a:pt x="1171867" y="182635"/>
                    <a:pt x="1179589" y="178412"/>
                  </a:cubicBezTo>
                  <a:cubicBezTo>
                    <a:pt x="1187310" y="174190"/>
                    <a:pt x="1195937" y="172078"/>
                    <a:pt x="1205468" y="172078"/>
                  </a:cubicBezTo>
                  <a:close/>
                  <a:moveTo>
                    <a:pt x="1053002" y="172078"/>
                  </a:moveTo>
                  <a:cubicBezTo>
                    <a:pt x="1064343" y="172078"/>
                    <a:pt x="1073482" y="174944"/>
                    <a:pt x="1080419" y="180674"/>
                  </a:cubicBezTo>
                  <a:cubicBezTo>
                    <a:pt x="1087357" y="186405"/>
                    <a:pt x="1091067" y="194217"/>
                    <a:pt x="1091549" y="204111"/>
                  </a:cubicBezTo>
                  <a:lnTo>
                    <a:pt x="1070918" y="204111"/>
                  </a:lnTo>
                  <a:cubicBezTo>
                    <a:pt x="1070556" y="199647"/>
                    <a:pt x="1068746" y="196087"/>
                    <a:pt x="1065489" y="193433"/>
                  </a:cubicBezTo>
                  <a:cubicBezTo>
                    <a:pt x="1062231" y="190779"/>
                    <a:pt x="1057828" y="189452"/>
                    <a:pt x="1052278" y="189452"/>
                  </a:cubicBezTo>
                  <a:cubicBezTo>
                    <a:pt x="1046848" y="189452"/>
                    <a:pt x="1042686" y="190477"/>
                    <a:pt x="1039790" y="192528"/>
                  </a:cubicBezTo>
                  <a:cubicBezTo>
                    <a:pt x="1036895" y="194579"/>
                    <a:pt x="1035447" y="197294"/>
                    <a:pt x="1035447" y="200672"/>
                  </a:cubicBezTo>
                  <a:cubicBezTo>
                    <a:pt x="1035447" y="203326"/>
                    <a:pt x="1036412" y="205559"/>
                    <a:pt x="1038343" y="207368"/>
                  </a:cubicBezTo>
                  <a:cubicBezTo>
                    <a:pt x="1040273" y="209178"/>
                    <a:pt x="1042626" y="210596"/>
                    <a:pt x="1045401" y="211621"/>
                  </a:cubicBezTo>
                  <a:cubicBezTo>
                    <a:pt x="1048176" y="212647"/>
                    <a:pt x="1052278" y="213944"/>
                    <a:pt x="1057707" y="215512"/>
                  </a:cubicBezTo>
                  <a:cubicBezTo>
                    <a:pt x="1064946" y="217443"/>
                    <a:pt x="1070888" y="219403"/>
                    <a:pt x="1075533" y="221394"/>
                  </a:cubicBezTo>
                  <a:cubicBezTo>
                    <a:pt x="1080178" y="223385"/>
                    <a:pt x="1084190" y="226310"/>
                    <a:pt x="1087568" y="230171"/>
                  </a:cubicBezTo>
                  <a:cubicBezTo>
                    <a:pt x="1090946" y="234032"/>
                    <a:pt x="1092695" y="239160"/>
                    <a:pt x="1092816" y="245554"/>
                  </a:cubicBezTo>
                  <a:cubicBezTo>
                    <a:pt x="1092816" y="251225"/>
                    <a:pt x="1091248" y="256292"/>
                    <a:pt x="1088111" y="260756"/>
                  </a:cubicBezTo>
                  <a:cubicBezTo>
                    <a:pt x="1084974" y="265220"/>
                    <a:pt x="1080540" y="268719"/>
                    <a:pt x="1074809" y="271252"/>
                  </a:cubicBezTo>
                  <a:cubicBezTo>
                    <a:pt x="1069078" y="273786"/>
                    <a:pt x="1062352" y="275053"/>
                    <a:pt x="1054630" y="275053"/>
                  </a:cubicBezTo>
                  <a:cubicBezTo>
                    <a:pt x="1046788" y="275053"/>
                    <a:pt x="1039760" y="273635"/>
                    <a:pt x="1033547" y="270800"/>
                  </a:cubicBezTo>
                  <a:cubicBezTo>
                    <a:pt x="1027333" y="267965"/>
                    <a:pt x="1022417" y="264104"/>
                    <a:pt x="1018797" y="259218"/>
                  </a:cubicBezTo>
                  <a:cubicBezTo>
                    <a:pt x="1015178" y="254331"/>
                    <a:pt x="1013247" y="248872"/>
                    <a:pt x="1013006" y="242839"/>
                  </a:cubicBezTo>
                  <a:lnTo>
                    <a:pt x="1034361" y="242839"/>
                  </a:lnTo>
                  <a:cubicBezTo>
                    <a:pt x="1034723" y="247062"/>
                    <a:pt x="1036744" y="250591"/>
                    <a:pt x="1040424" y="253426"/>
                  </a:cubicBezTo>
                  <a:cubicBezTo>
                    <a:pt x="1044104" y="256262"/>
                    <a:pt x="1048718" y="257679"/>
                    <a:pt x="1054268" y="257679"/>
                  </a:cubicBezTo>
                  <a:cubicBezTo>
                    <a:pt x="1060060" y="257679"/>
                    <a:pt x="1064554" y="256563"/>
                    <a:pt x="1067751" y="254331"/>
                  </a:cubicBezTo>
                  <a:cubicBezTo>
                    <a:pt x="1070948" y="252099"/>
                    <a:pt x="1072547" y="249234"/>
                    <a:pt x="1072547" y="245735"/>
                  </a:cubicBezTo>
                  <a:cubicBezTo>
                    <a:pt x="1072547" y="241995"/>
                    <a:pt x="1070767" y="239220"/>
                    <a:pt x="1067208" y="237410"/>
                  </a:cubicBezTo>
                  <a:cubicBezTo>
                    <a:pt x="1063649" y="235600"/>
                    <a:pt x="1058009" y="233610"/>
                    <a:pt x="1050287" y="231438"/>
                  </a:cubicBezTo>
                  <a:cubicBezTo>
                    <a:pt x="1042807" y="229387"/>
                    <a:pt x="1036714" y="227396"/>
                    <a:pt x="1032008" y="225466"/>
                  </a:cubicBezTo>
                  <a:cubicBezTo>
                    <a:pt x="1027303" y="223535"/>
                    <a:pt x="1023231" y="220579"/>
                    <a:pt x="1019793" y="216598"/>
                  </a:cubicBezTo>
                  <a:cubicBezTo>
                    <a:pt x="1016354" y="212617"/>
                    <a:pt x="1014635" y="207368"/>
                    <a:pt x="1014635" y="200853"/>
                  </a:cubicBezTo>
                  <a:cubicBezTo>
                    <a:pt x="1014635" y="195545"/>
                    <a:pt x="1016203" y="190688"/>
                    <a:pt x="1019340" y="186285"/>
                  </a:cubicBezTo>
                  <a:cubicBezTo>
                    <a:pt x="1022477" y="181881"/>
                    <a:pt x="1026971" y="178412"/>
                    <a:pt x="1032823" y="175879"/>
                  </a:cubicBezTo>
                  <a:cubicBezTo>
                    <a:pt x="1038674" y="173345"/>
                    <a:pt x="1045401" y="172078"/>
                    <a:pt x="1053002" y="172078"/>
                  </a:cubicBezTo>
                  <a:close/>
                  <a:moveTo>
                    <a:pt x="793722" y="172078"/>
                  </a:moveTo>
                  <a:cubicBezTo>
                    <a:pt x="805787" y="172078"/>
                    <a:pt x="815770" y="174944"/>
                    <a:pt x="823673" y="180674"/>
                  </a:cubicBezTo>
                  <a:cubicBezTo>
                    <a:pt x="831576" y="186405"/>
                    <a:pt x="836914" y="194579"/>
                    <a:pt x="839689" y="205197"/>
                  </a:cubicBezTo>
                  <a:lnTo>
                    <a:pt x="817429" y="205197"/>
                  </a:lnTo>
                  <a:cubicBezTo>
                    <a:pt x="815620" y="200250"/>
                    <a:pt x="812724" y="196389"/>
                    <a:pt x="808742" y="193614"/>
                  </a:cubicBezTo>
                  <a:cubicBezTo>
                    <a:pt x="804761" y="190839"/>
                    <a:pt x="799754" y="189452"/>
                    <a:pt x="793722" y="189452"/>
                  </a:cubicBezTo>
                  <a:cubicBezTo>
                    <a:pt x="785276" y="189452"/>
                    <a:pt x="778550" y="192438"/>
                    <a:pt x="773543" y="198410"/>
                  </a:cubicBezTo>
                  <a:cubicBezTo>
                    <a:pt x="768536" y="204382"/>
                    <a:pt x="766032" y="212737"/>
                    <a:pt x="766032" y="223475"/>
                  </a:cubicBezTo>
                  <a:cubicBezTo>
                    <a:pt x="766032" y="234213"/>
                    <a:pt x="768536" y="242598"/>
                    <a:pt x="773543" y="248631"/>
                  </a:cubicBezTo>
                  <a:cubicBezTo>
                    <a:pt x="778550" y="254663"/>
                    <a:pt x="785276" y="257679"/>
                    <a:pt x="793722" y="257679"/>
                  </a:cubicBezTo>
                  <a:cubicBezTo>
                    <a:pt x="805666" y="257679"/>
                    <a:pt x="813568" y="252431"/>
                    <a:pt x="817429" y="241934"/>
                  </a:cubicBezTo>
                  <a:lnTo>
                    <a:pt x="839689" y="241934"/>
                  </a:lnTo>
                  <a:cubicBezTo>
                    <a:pt x="836794" y="252069"/>
                    <a:pt x="831364" y="260122"/>
                    <a:pt x="823402" y="266095"/>
                  </a:cubicBezTo>
                  <a:cubicBezTo>
                    <a:pt x="815439" y="272067"/>
                    <a:pt x="805545" y="275053"/>
                    <a:pt x="793722" y="275053"/>
                  </a:cubicBezTo>
                  <a:cubicBezTo>
                    <a:pt x="784190" y="275053"/>
                    <a:pt x="775745" y="272911"/>
                    <a:pt x="768385" y="268628"/>
                  </a:cubicBezTo>
                  <a:cubicBezTo>
                    <a:pt x="761025" y="264345"/>
                    <a:pt x="755264" y="258313"/>
                    <a:pt x="751102" y="250531"/>
                  </a:cubicBezTo>
                  <a:cubicBezTo>
                    <a:pt x="746940" y="242749"/>
                    <a:pt x="744858" y="233730"/>
                    <a:pt x="744858" y="223475"/>
                  </a:cubicBezTo>
                  <a:cubicBezTo>
                    <a:pt x="744858" y="213220"/>
                    <a:pt x="746940" y="204201"/>
                    <a:pt x="751102" y="196419"/>
                  </a:cubicBezTo>
                  <a:cubicBezTo>
                    <a:pt x="755264" y="188637"/>
                    <a:pt x="761025" y="182635"/>
                    <a:pt x="768385" y="178412"/>
                  </a:cubicBezTo>
                  <a:cubicBezTo>
                    <a:pt x="775745" y="174190"/>
                    <a:pt x="784190" y="172078"/>
                    <a:pt x="793722" y="172078"/>
                  </a:cubicBezTo>
                  <a:close/>
                  <a:moveTo>
                    <a:pt x="687746" y="172078"/>
                  </a:moveTo>
                  <a:cubicBezTo>
                    <a:pt x="695589" y="172078"/>
                    <a:pt x="702617" y="173707"/>
                    <a:pt x="708830" y="176964"/>
                  </a:cubicBezTo>
                  <a:cubicBezTo>
                    <a:pt x="715043" y="180222"/>
                    <a:pt x="719900" y="185048"/>
                    <a:pt x="723399" y="191442"/>
                  </a:cubicBezTo>
                  <a:cubicBezTo>
                    <a:pt x="726897" y="197837"/>
                    <a:pt x="728647" y="205559"/>
                    <a:pt x="728647" y="214607"/>
                  </a:cubicBezTo>
                  <a:lnTo>
                    <a:pt x="728647" y="273424"/>
                  </a:lnTo>
                  <a:lnTo>
                    <a:pt x="708197" y="273424"/>
                  </a:lnTo>
                  <a:lnTo>
                    <a:pt x="708197" y="217684"/>
                  </a:lnTo>
                  <a:cubicBezTo>
                    <a:pt x="708197" y="208756"/>
                    <a:pt x="705965" y="201909"/>
                    <a:pt x="701501" y="197143"/>
                  </a:cubicBezTo>
                  <a:cubicBezTo>
                    <a:pt x="697036" y="192377"/>
                    <a:pt x="690944" y="189995"/>
                    <a:pt x="683222" y="189995"/>
                  </a:cubicBezTo>
                  <a:cubicBezTo>
                    <a:pt x="675500" y="189995"/>
                    <a:pt x="669377" y="192377"/>
                    <a:pt x="664853" y="197143"/>
                  </a:cubicBezTo>
                  <a:cubicBezTo>
                    <a:pt x="660329" y="201909"/>
                    <a:pt x="658067" y="208756"/>
                    <a:pt x="658067" y="217684"/>
                  </a:cubicBezTo>
                  <a:lnTo>
                    <a:pt x="658067" y="273424"/>
                  </a:lnTo>
                  <a:lnTo>
                    <a:pt x="637435" y="273424"/>
                  </a:lnTo>
                  <a:lnTo>
                    <a:pt x="637435" y="173707"/>
                  </a:lnTo>
                  <a:lnTo>
                    <a:pt x="658067" y="173707"/>
                  </a:lnTo>
                  <a:lnTo>
                    <a:pt x="658067" y="185108"/>
                  </a:lnTo>
                  <a:cubicBezTo>
                    <a:pt x="661445" y="181006"/>
                    <a:pt x="665758" y="177809"/>
                    <a:pt x="671006" y="175517"/>
                  </a:cubicBezTo>
                  <a:cubicBezTo>
                    <a:pt x="676255" y="173224"/>
                    <a:pt x="681835" y="172078"/>
                    <a:pt x="687746" y="172078"/>
                  </a:cubicBezTo>
                  <a:close/>
                  <a:moveTo>
                    <a:pt x="567293" y="172078"/>
                  </a:moveTo>
                  <a:cubicBezTo>
                    <a:pt x="576825" y="172078"/>
                    <a:pt x="585451" y="174190"/>
                    <a:pt x="593173" y="178412"/>
                  </a:cubicBezTo>
                  <a:cubicBezTo>
                    <a:pt x="600894" y="182635"/>
                    <a:pt x="606987" y="188668"/>
                    <a:pt x="611451" y="196510"/>
                  </a:cubicBezTo>
                  <a:cubicBezTo>
                    <a:pt x="615915" y="204352"/>
                    <a:pt x="618147" y="213340"/>
                    <a:pt x="618147" y="223475"/>
                  </a:cubicBezTo>
                  <a:cubicBezTo>
                    <a:pt x="618147" y="233610"/>
                    <a:pt x="615855" y="242598"/>
                    <a:pt x="611270" y="250440"/>
                  </a:cubicBezTo>
                  <a:cubicBezTo>
                    <a:pt x="606686" y="258283"/>
                    <a:pt x="600442" y="264345"/>
                    <a:pt x="592539" y="268628"/>
                  </a:cubicBezTo>
                  <a:cubicBezTo>
                    <a:pt x="584637" y="272911"/>
                    <a:pt x="575920" y="275053"/>
                    <a:pt x="566388" y="275053"/>
                  </a:cubicBezTo>
                  <a:cubicBezTo>
                    <a:pt x="556978" y="275053"/>
                    <a:pt x="548472" y="272911"/>
                    <a:pt x="540871" y="268628"/>
                  </a:cubicBezTo>
                  <a:cubicBezTo>
                    <a:pt x="533270" y="264345"/>
                    <a:pt x="527298" y="258313"/>
                    <a:pt x="522954" y="250531"/>
                  </a:cubicBezTo>
                  <a:cubicBezTo>
                    <a:pt x="518611" y="242749"/>
                    <a:pt x="516439" y="233730"/>
                    <a:pt x="516439" y="223475"/>
                  </a:cubicBezTo>
                  <a:cubicBezTo>
                    <a:pt x="516439" y="213340"/>
                    <a:pt x="518671" y="204352"/>
                    <a:pt x="523135" y="196510"/>
                  </a:cubicBezTo>
                  <a:cubicBezTo>
                    <a:pt x="527599" y="188668"/>
                    <a:pt x="533692" y="182635"/>
                    <a:pt x="541414" y="178412"/>
                  </a:cubicBezTo>
                  <a:cubicBezTo>
                    <a:pt x="549135" y="174190"/>
                    <a:pt x="557762" y="172078"/>
                    <a:pt x="567293" y="172078"/>
                  </a:cubicBezTo>
                  <a:close/>
                  <a:moveTo>
                    <a:pt x="437629" y="146018"/>
                  </a:moveTo>
                  <a:cubicBezTo>
                    <a:pt x="451022" y="146018"/>
                    <a:pt x="462936" y="149305"/>
                    <a:pt x="473372" y="155881"/>
                  </a:cubicBezTo>
                  <a:cubicBezTo>
                    <a:pt x="483808" y="162456"/>
                    <a:pt x="491379" y="171776"/>
                    <a:pt x="496084" y="183842"/>
                  </a:cubicBezTo>
                  <a:lnTo>
                    <a:pt x="471291" y="183842"/>
                  </a:lnTo>
                  <a:cubicBezTo>
                    <a:pt x="468033" y="177206"/>
                    <a:pt x="463509" y="172259"/>
                    <a:pt x="457718" y="169002"/>
                  </a:cubicBezTo>
                  <a:cubicBezTo>
                    <a:pt x="451926" y="165744"/>
                    <a:pt x="445230" y="164115"/>
                    <a:pt x="437629" y="164115"/>
                  </a:cubicBezTo>
                  <a:cubicBezTo>
                    <a:pt x="429305" y="164115"/>
                    <a:pt x="421885" y="165985"/>
                    <a:pt x="415370" y="169725"/>
                  </a:cubicBezTo>
                  <a:cubicBezTo>
                    <a:pt x="408854" y="173466"/>
                    <a:pt x="403757" y="178835"/>
                    <a:pt x="400077" y="185832"/>
                  </a:cubicBezTo>
                  <a:cubicBezTo>
                    <a:pt x="396397" y="192830"/>
                    <a:pt x="394557" y="200974"/>
                    <a:pt x="394557" y="210264"/>
                  </a:cubicBezTo>
                  <a:cubicBezTo>
                    <a:pt x="394557" y="219554"/>
                    <a:pt x="396397" y="227698"/>
                    <a:pt x="400077" y="234695"/>
                  </a:cubicBezTo>
                  <a:cubicBezTo>
                    <a:pt x="403757" y="241693"/>
                    <a:pt x="408854" y="247092"/>
                    <a:pt x="415370" y="250893"/>
                  </a:cubicBezTo>
                  <a:cubicBezTo>
                    <a:pt x="421885" y="254693"/>
                    <a:pt x="429305" y="256593"/>
                    <a:pt x="437629" y="256593"/>
                  </a:cubicBezTo>
                  <a:cubicBezTo>
                    <a:pt x="445230" y="256593"/>
                    <a:pt x="451926" y="254965"/>
                    <a:pt x="457718" y="251707"/>
                  </a:cubicBezTo>
                  <a:cubicBezTo>
                    <a:pt x="463509" y="248450"/>
                    <a:pt x="468033" y="243503"/>
                    <a:pt x="471291" y="236867"/>
                  </a:cubicBezTo>
                  <a:lnTo>
                    <a:pt x="496084" y="236867"/>
                  </a:lnTo>
                  <a:cubicBezTo>
                    <a:pt x="491379" y="248932"/>
                    <a:pt x="483808" y="258222"/>
                    <a:pt x="473372" y="264737"/>
                  </a:cubicBezTo>
                  <a:cubicBezTo>
                    <a:pt x="462936" y="271252"/>
                    <a:pt x="451022" y="274510"/>
                    <a:pt x="437629" y="274510"/>
                  </a:cubicBezTo>
                  <a:cubicBezTo>
                    <a:pt x="425806" y="274510"/>
                    <a:pt x="415008" y="271765"/>
                    <a:pt x="405235" y="266276"/>
                  </a:cubicBezTo>
                  <a:cubicBezTo>
                    <a:pt x="395462" y="260786"/>
                    <a:pt x="387711" y="253155"/>
                    <a:pt x="381980" y="243382"/>
                  </a:cubicBezTo>
                  <a:cubicBezTo>
                    <a:pt x="376249" y="233610"/>
                    <a:pt x="373383" y="222570"/>
                    <a:pt x="373383" y="210264"/>
                  </a:cubicBezTo>
                  <a:cubicBezTo>
                    <a:pt x="373383" y="197958"/>
                    <a:pt x="376249" y="186918"/>
                    <a:pt x="381980" y="177145"/>
                  </a:cubicBezTo>
                  <a:cubicBezTo>
                    <a:pt x="387711" y="167373"/>
                    <a:pt x="395492" y="159742"/>
                    <a:pt x="405325" y="154252"/>
                  </a:cubicBezTo>
                  <a:cubicBezTo>
                    <a:pt x="415158" y="148763"/>
                    <a:pt x="425926" y="146018"/>
                    <a:pt x="437629" y="146018"/>
                  </a:cubicBezTo>
                  <a:close/>
                  <a:moveTo>
                    <a:pt x="856510" y="139503"/>
                  </a:moveTo>
                  <a:lnTo>
                    <a:pt x="877142" y="139503"/>
                  </a:lnTo>
                  <a:lnTo>
                    <a:pt x="877142" y="273424"/>
                  </a:lnTo>
                  <a:lnTo>
                    <a:pt x="856510" y="273424"/>
                  </a:lnTo>
                  <a:close/>
                  <a:moveTo>
                    <a:pt x="1124182" y="134073"/>
                  </a:moveTo>
                  <a:cubicBezTo>
                    <a:pt x="1127801" y="134073"/>
                    <a:pt x="1130878" y="135340"/>
                    <a:pt x="1133412" y="137874"/>
                  </a:cubicBezTo>
                  <a:cubicBezTo>
                    <a:pt x="1135945" y="140408"/>
                    <a:pt x="1137212" y="143544"/>
                    <a:pt x="1137212" y="147285"/>
                  </a:cubicBezTo>
                  <a:cubicBezTo>
                    <a:pt x="1137212" y="151025"/>
                    <a:pt x="1135945" y="154162"/>
                    <a:pt x="1133412" y="156695"/>
                  </a:cubicBezTo>
                  <a:cubicBezTo>
                    <a:pt x="1130878" y="159229"/>
                    <a:pt x="1127801" y="160496"/>
                    <a:pt x="1124182" y="160496"/>
                  </a:cubicBezTo>
                  <a:cubicBezTo>
                    <a:pt x="1120442" y="160496"/>
                    <a:pt x="1117305" y="159229"/>
                    <a:pt x="1114771" y="156695"/>
                  </a:cubicBezTo>
                  <a:cubicBezTo>
                    <a:pt x="1112238" y="154162"/>
                    <a:pt x="1110971" y="151025"/>
                    <a:pt x="1110971" y="147285"/>
                  </a:cubicBezTo>
                  <a:cubicBezTo>
                    <a:pt x="1110971" y="143544"/>
                    <a:pt x="1112238" y="140408"/>
                    <a:pt x="1114771" y="137874"/>
                  </a:cubicBezTo>
                  <a:cubicBezTo>
                    <a:pt x="1117305" y="135340"/>
                    <a:pt x="1120442" y="134073"/>
                    <a:pt x="1124182" y="134073"/>
                  </a:cubicBezTo>
                  <a:close/>
                  <a:moveTo>
                    <a:pt x="168252" y="0"/>
                  </a:moveTo>
                  <a:cubicBezTo>
                    <a:pt x="261175" y="0"/>
                    <a:pt x="336504" y="76293"/>
                    <a:pt x="336504" y="170405"/>
                  </a:cubicBezTo>
                  <a:cubicBezTo>
                    <a:pt x="336504" y="264517"/>
                    <a:pt x="261175" y="340810"/>
                    <a:pt x="168252" y="340810"/>
                  </a:cubicBezTo>
                  <a:cubicBezTo>
                    <a:pt x="75329" y="340810"/>
                    <a:pt x="0" y="264517"/>
                    <a:pt x="0" y="170405"/>
                  </a:cubicBezTo>
                  <a:cubicBezTo>
                    <a:pt x="0" y="76293"/>
                    <a:pt x="75329" y="0"/>
                    <a:pt x="1682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" name="Google Shape;76;p2"/>
            <p:cNvSpPr txBox="1"/>
            <p:nvPr/>
          </p:nvSpPr>
          <p:spPr>
            <a:xfrm>
              <a:off x="6537495" y="3698912"/>
              <a:ext cx="281262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dirty="0">
                  <a:solidFill>
                    <a:schemeClr val="dk1"/>
                  </a:solidFill>
                  <a:latin typeface="Poppins ExtraBold"/>
                  <a:cs typeface="Poppins ExtraBold"/>
                  <a:sym typeface="Poppins ExtraBold"/>
                </a:rPr>
                <a:t>6</a:t>
              </a:r>
              <a:endParaRPr dirty="0"/>
            </a:p>
          </p:txBody>
        </p:sp>
      </p:grpSp>
      <p:grpSp>
        <p:nvGrpSpPr>
          <p:cNvPr id="8" name="Groupe 7"/>
          <p:cNvGrpSpPr/>
          <p:nvPr/>
        </p:nvGrpSpPr>
        <p:grpSpPr>
          <a:xfrm>
            <a:off x="6472762" y="2136615"/>
            <a:ext cx="2046574" cy="340810"/>
            <a:chOff x="6472762" y="2136615"/>
            <a:chExt cx="2046574" cy="340810"/>
          </a:xfrm>
        </p:grpSpPr>
        <p:sp>
          <p:nvSpPr>
            <p:cNvPr id="28" name="ZoneTexte 27"/>
            <p:cNvSpPr txBox="1"/>
            <p:nvPr/>
          </p:nvSpPr>
          <p:spPr>
            <a:xfrm>
              <a:off x="6472762" y="2136615"/>
              <a:ext cx="2046574" cy="340810"/>
            </a:xfrm>
            <a:custGeom>
              <a:avLst/>
              <a:gdLst/>
              <a:ahLst/>
              <a:cxnLst/>
              <a:rect l="l" t="t" r="r" b="b"/>
              <a:pathLst>
                <a:path w="2046574" h="340810">
                  <a:moveTo>
                    <a:pt x="1875876" y="143954"/>
                  </a:moveTo>
                  <a:cubicBezTo>
                    <a:pt x="1870567" y="143954"/>
                    <a:pt x="1865621" y="145251"/>
                    <a:pt x="1861036" y="147845"/>
                  </a:cubicBezTo>
                  <a:cubicBezTo>
                    <a:pt x="1856451" y="150439"/>
                    <a:pt x="1852741" y="154239"/>
                    <a:pt x="1849906" y="159246"/>
                  </a:cubicBezTo>
                  <a:cubicBezTo>
                    <a:pt x="1847071" y="164253"/>
                    <a:pt x="1845653" y="170195"/>
                    <a:pt x="1845653" y="177072"/>
                  </a:cubicBezTo>
                  <a:cubicBezTo>
                    <a:pt x="1845653" y="183949"/>
                    <a:pt x="1847071" y="189982"/>
                    <a:pt x="1849906" y="195170"/>
                  </a:cubicBezTo>
                  <a:cubicBezTo>
                    <a:pt x="1852741" y="200358"/>
                    <a:pt x="1856482" y="204309"/>
                    <a:pt x="1861127" y="207023"/>
                  </a:cubicBezTo>
                  <a:cubicBezTo>
                    <a:pt x="1865772" y="209738"/>
                    <a:pt x="1870688" y="211095"/>
                    <a:pt x="1875876" y="211095"/>
                  </a:cubicBezTo>
                  <a:cubicBezTo>
                    <a:pt x="1881185" y="211095"/>
                    <a:pt x="1886131" y="209768"/>
                    <a:pt x="1890716" y="207114"/>
                  </a:cubicBezTo>
                  <a:cubicBezTo>
                    <a:pt x="1895301" y="204460"/>
                    <a:pt x="1899011" y="200569"/>
                    <a:pt x="1901846" y="195441"/>
                  </a:cubicBezTo>
                  <a:cubicBezTo>
                    <a:pt x="1904681" y="190313"/>
                    <a:pt x="1906099" y="184311"/>
                    <a:pt x="1906099" y="177434"/>
                  </a:cubicBezTo>
                  <a:cubicBezTo>
                    <a:pt x="1906099" y="170557"/>
                    <a:pt x="1904681" y="164585"/>
                    <a:pt x="1901846" y="159518"/>
                  </a:cubicBezTo>
                  <a:cubicBezTo>
                    <a:pt x="1899011" y="154450"/>
                    <a:pt x="1895301" y="150589"/>
                    <a:pt x="1890716" y="147935"/>
                  </a:cubicBezTo>
                  <a:cubicBezTo>
                    <a:pt x="1886131" y="145281"/>
                    <a:pt x="1881185" y="143954"/>
                    <a:pt x="1875876" y="143954"/>
                  </a:cubicBezTo>
                  <a:close/>
                  <a:moveTo>
                    <a:pt x="1752051" y="143954"/>
                  </a:moveTo>
                  <a:cubicBezTo>
                    <a:pt x="1746742" y="143954"/>
                    <a:pt x="1741796" y="145251"/>
                    <a:pt x="1737211" y="147845"/>
                  </a:cubicBezTo>
                  <a:cubicBezTo>
                    <a:pt x="1732626" y="150439"/>
                    <a:pt x="1728916" y="154239"/>
                    <a:pt x="1726081" y="159246"/>
                  </a:cubicBezTo>
                  <a:cubicBezTo>
                    <a:pt x="1723246" y="164253"/>
                    <a:pt x="1721828" y="170195"/>
                    <a:pt x="1721828" y="177072"/>
                  </a:cubicBezTo>
                  <a:cubicBezTo>
                    <a:pt x="1721828" y="183949"/>
                    <a:pt x="1723246" y="189982"/>
                    <a:pt x="1726081" y="195170"/>
                  </a:cubicBezTo>
                  <a:cubicBezTo>
                    <a:pt x="1728916" y="200358"/>
                    <a:pt x="1732657" y="204309"/>
                    <a:pt x="1737302" y="207023"/>
                  </a:cubicBezTo>
                  <a:cubicBezTo>
                    <a:pt x="1741947" y="209738"/>
                    <a:pt x="1746863" y="211095"/>
                    <a:pt x="1752051" y="211095"/>
                  </a:cubicBezTo>
                  <a:cubicBezTo>
                    <a:pt x="1757360" y="211095"/>
                    <a:pt x="1762306" y="209768"/>
                    <a:pt x="1766891" y="207114"/>
                  </a:cubicBezTo>
                  <a:cubicBezTo>
                    <a:pt x="1771476" y="204460"/>
                    <a:pt x="1775186" y="200569"/>
                    <a:pt x="1778021" y="195441"/>
                  </a:cubicBezTo>
                  <a:cubicBezTo>
                    <a:pt x="1780856" y="190313"/>
                    <a:pt x="1782274" y="184311"/>
                    <a:pt x="1782274" y="177434"/>
                  </a:cubicBezTo>
                  <a:cubicBezTo>
                    <a:pt x="1782274" y="170557"/>
                    <a:pt x="1780856" y="164585"/>
                    <a:pt x="1778021" y="159518"/>
                  </a:cubicBezTo>
                  <a:cubicBezTo>
                    <a:pt x="1775186" y="154450"/>
                    <a:pt x="1771476" y="150589"/>
                    <a:pt x="1766891" y="147935"/>
                  </a:cubicBezTo>
                  <a:cubicBezTo>
                    <a:pt x="1762306" y="145281"/>
                    <a:pt x="1757360" y="143954"/>
                    <a:pt x="1752051" y="143954"/>
                  </a:cubicBezTo>
                  <a:close/>
                  <a:moveTo>
                    <a:pt x="1561551" y="143954"/>
                  </a:moveTo>
                  <a:cubicBezTo>
                    <a:pt x="1556243" y="143954"/>
                    <a:pt x="1551296" y="145251"/>
                    <a:pt x="1546711" y="147845"/>
                  </a:cubicBezTo>
                  <a:cubicBezTo>
                    <a:pt x="1542127" y="150439"/>
                    <a:pt x="1538416" y="154239"/>
                    <a:pt x="1535581" y="159246"/>
                  </a:cubicBezTo>
                  <a:cubicBezTo>
                    <a:pt x="1532746" y="164253"/>
                    <a:pt x="1531328" y="170195"/>
                    <a:pt x="1531328" y="177072"/>
                  </a:cubicBezTo>
                  <a:cubicBezTo>
                    <a:pt x="1531328" y="183949"/>
                    <a:pt x="1532746" y="189982"/>
                    <a:pt x="1535581" y="195170"/>
                  </a:cubicBezTo>
                  <a:cubicBezTo>
                    <a:pt x="1538416" y="200358"/>
                    <a:pt x="1542157" y="204309"/>
                    <a:pt x="1546802" y="207023"/>
                  </a:cubicBezTo>
                  <a:cubicBezTo>
                    <a:pt x="1551447" y="209738"/>
                    <a:pt x="1556363" y="211095"/>
                    <a:pt x="1561551" y="211095"/>
                  </a:cubicBezTo>
                  <a:cubicBezTo>
                    <a:pt x="1566860" y="211095"/>
                    <a:pt x="1571806" y="209768"/>
                    <a:pt x="1576391" y="207114"/>
                  </a:cubicBezTo>
                  <a:cubicBezTo>
                    <a:pt x="1580976" y="204460"/>
                    <a:pt x="1584686" y="200569"/>
                    <a:pt x="1587521" y="195441"/>
                  </a:cubicBezTo>
                  <a:cubicBezTo>
                    <a:pt x="1590356" y="190313"/>
                    <a:pt x="1591774" y="184311"/>
                    <a:pt x="1591774" y="177434"/>
                  </a:cubicBezTo>
                  <a:cubicBezTo>
                    <a:pt x="1591774" y="170557"/>
                    <a:pt x="1590356" y="164585"/>
                    <a:pt x="1587521" y="159518"/>
                  </a:cubicBezTo>
                  <a:cubicBezTo>
                    <a:pt x="1584686" y="154450"/>
                    <a:pt x="1580976" y="150589"/>
                    <a:pt x="1576391" y="147935"/>
                  </a:cubicBezTo>
                  <a:cubicBezTo>
                    <a:pt x="1571806" y="145281"/>
                    <a:pt x="1566860" y="143954"/>
                    <a:pt x="1561551" y="143954"/>
                  </a:cubicBezTo>
                  <a:close/>
                  <a:moveTo>
                    <a:pt x="1437726" y="143954"/>
                  </a:moveTo>
                  <a:cubicBezTo>
                    <a:pt x="1432418" y="143954"/>
                    <a:pt x="1427471" y="145251"/>
                    <a:pt x="1422886" y="147845"/>
                  </a:cubicBezTo>
                  <a:cubicBezTo>
                    <a:pt x="1418302" y="150439"/>
                    <a:pt x="1414592" y="154239"/>
                    <a:pt x="1411756" y="159246"/>
                  </a:cubicBezTo>
                  <a:cubicBezTo>
                    <a:pt x="1408921" y="164253"/>
                    <a:pt x="1407503" y="170195"/>
                    <a:pt x="1407503" y="177072"/>
                  </a:cubicBezTo>
                  <a:cubicBezTo>
                    <a:pt x="1407503" y="183949"/>
                    <a:pt x="1408921" y="189982"/>
                    <a:pt x="1411756" y="195170"/>
                  </a:cubicBezTo>
                  <a:cubicBezTo>
                    <a:pt x="1414592" y="200358"/>
                    <a:pt x="1418332" y="204309"/>
                    <a:pt x="1422977" y="207023"/>
                  </a:cubicBezTo>
                  <a:cubicBezTo>
                    <a:pt x="1427622" y="209738"/>
                    <a:pt x="1432538" y="211095"/>
                    <a:pt x="1437726" y="211095"/>
                  </a:cubicBezTo>
                  <a:cubicBezTo>
                    <a:pt x="1443035" y="211095"/>
                    <a:pt x="1447981" y="209768"/>
                    <a:pt x="1452566" y="207114"/>
                  </a:cubicBezTo>
                  <a:cubicBezTo>
                    <a:pt x="1457151" y="204460"/>
                    <a:pt x="1460861" y="200569"/>
                    <a:pt x="1463696" y="195441"/>
                  </a:cubicBezTo>
                  <a:cubicBezTo>
                    <a:pt x="1466531" y="190313"/>
                    <a:pt x="1467949" y="184311"/>
                    <a:pt x="1467949" y="177434"/>
                  </a:cubicBezTo>
                  <a:cubicBezTo>
                    <a:pt x="1467949" y="170557"/>
                    <a:pt x="1466531" y="164585"/>
                    <a:pt x="1463696" y="159518"/>
                  </a:cubicBezTo>
                  <a:cubicBezTo>
                    <a:pt x="1460861" y="154450"/>
                    <a:pt x="1457151" y="150589"/>
                    <a:pt x="1452566" y="147935"/>
                  </a:cubicBezTo>
                  <a:cubicBezTo>
                    <a:pt x="1447981" y="145281"/>
                    <a:pt x="1443035" y="143954"/>
                    <a:pt x="1437726" y="143954"/>
                  </a:cubicBezTo>
                  <a:close/>
                  <a:moveTo>
                    <a:pt x="1056726" y="143954"/>
                  </a:moveTo>
                  <a:cubicBezTo>
                    <a:pt x="1051418" y="143954"/>
                    <a:pt x="1046471" y="145251"/>
                    <a:pt x="1041886" y="147845"/>
                  </a:cubicBezTo>
                  <a:cubicBezTo>
                    <a:pt x="1037302" y="150439"/>
                    <a:pt x="1033592" y="154239"/>
                    <a:pt x="1030756" y="159246"/>
                  </a:cubicBezTo>
                  <a:cubicBezTo>
                    <a:pt x="1027921" y="164253"/>
                    <a:pt x="1026503" y="170195"/>
                    <a:pt x="1026503" y="177072"/>
                  </a:cubicBezTo>
                  <a:cubicBezTo>
                    <a:pt x="1026503" y="183949"/>
                    <a:pt x="1027921" y="189982"/>
                    <a:pt x="1030756" y="195170"/>
                  </a:cubicBezTo>
                  <a:cubicBezTo>
                    <a:pt x="1033592" y="200358"/>
                    <a:pt x="1037332" y="204309"/>
                    <a:pt x="1041977" y="207023"/>
                  </a:cubicBezTo>
                  <a:cubicBezTo>
                    <a:pt x="1046622" y="209738"/>
                    <a:pt x="1051538" y="211095"/>
                    <a:pt x="1056726" y="211095"/>
                  </a:cubicBezTo>
                  <a:cubicBezTo>
                    <a:pt x="1062035" y="211095"/>
                    <a:pt x="1066981" y="209768"/>
                    <a:pt x="1071566" y="207114"/>
                  </a:cubicBezTo>
                  <a:cubicBezTo>
                    <a:pt x="1076151" y="204460"/>
                    <a:pt x="1079861" y="200569"/>
                    <a:pt x="1082696" y="195441"/>
                  </a:cubicBezTo>
                  <a:cubicBezTo>
                    <a:pt x="1085531" y="190313"/>
                    <a:pt x="1086949" y="184311"/>
                    <a:pt x="1086949" y="177434"/>
                  </a:cubicBezTo>
                  <a:cubicBezTo>
                    <a:pt x="1086949" y="170557"/>
                    <a:pt x="1085531" y="164585"/>
                    <a:pt x="1082696" y="159518"/>
                  </a:cubicBezTo>
                  <a:cubicBezTo>
                    <a:pt x="1079861" y="154450"/>
                    <a:pt x="1076151" y="150589"/>
                    <a:pt x="1071566" y="147935"/>
                  </a:cubicBezTo>
                  <a:cubicBezTo>
                    <a:pt x="1066981" y="145281"/>
                    <a:pt x="1062035" y="143954"/>
                    <a:pt x="1056726" y="143954"/>
                  </a:cubicBezTo>
                  <a:close/>
                  <a:moveTo>
                    <a:pt x="685251" y="143954"/>
                  </a:moveTo>
                  <a:cubicBezTo>
                    <a:pt x="679943" y="143954"/>
                    <a:pt x="674996" y="145251"/>
                    <a:pt x="670411" y="147845"/>
                  </a:cubicBezTo>
                  <a:cubicBezTo>
                    <a:pt x="665827" y="150439"/>
                    <a:pt x="662117" y="154239"/>
                    <a:pt x="659281" y="159246"/>
                  </a:cubicBezTo>
                  <a:cubicBezTo>
                    <a:pt x="656446" y="164253"/>
                    <a:pt x="655028" y="170195"/>
                    <a:pt x="655028" y="177072"/>
                  </a:cubicBezTo>
                  <a:cubicBezTo>
                    <a:pt x="655028" y="183949"/>
                    <a:pt x="656446" y="189982"/>
                    <a:pt x="659281" y="195170"/>
                  </a:cubicBezTo>
                  <a:cubicBezTo>
                    <a:pt x="662117" y="200358"/>
                    <a:pt x="665857" y="204309"/>
                    <a:pt x="670502" y="207023"/>
                  </a:cubicBezTo>
                  <a:cubicBezTo>
                    <a:pt x="675147" y="209738"/>
                    <a:pt x="680063" y="211095"/>
                    <a:pt x="685251" y="211095"/>
                  </a:cubicBezTo>
                  <a:cubicBezTo>
                    <a:pt x="690560" y="211095"/>
                    <a:pt x="695506" y="209768"/>
                    <a:pt x="700091" y="207114"/>
                  </a:cubicBezTo>
                  <a:cubicBezTo>
                    <a:pt x="704676" y="204460"/>
                    <a:pt x="708386" y="200569"/>
                    <a:pt x="711221" y="195441"/>
                  </a:cubicBezTo>
                  <a:cubicBezTo>
                    <a:pt x="714056" y="190313"/>
                    <a:pt x="715474" y="184311"/>
                    <a:pt x="715474" y="177434"/>
                  </a:cubicBezTo>
                  <a:cubicBezTo>
                    <a:pt x="715474" y="170557"/>
                    <a:pt x="714056" y="164585"/>
                    <a:pt x="711221" y="159518"/>
                  </a:cubicBezTo>
                  <a:cubicBezTo>
                    <a:pt x="708386" y="154450"/>
                    <a:pt x="704676" y="150589"/>
                    <a:pt x="700091" y="147935"/>
                  </a:cubicBezTo>
                  <a:cubicBezTo>
                    <a:pt x="695506" y="145281"/>
                    <a:pt x="690560" y="143954"/>
                    <a:pt x="685251" y="143954"/>
                  </a:cubicBezTo>
                  <a:close/>
                  <a:moveTo>
                    <a:pt x="1997167" y="143411"/>
                  </a:moveTo>
                  <a:cubicBezTo>
                    <a:pt x="1990049" y="143411"/>
                    <a:pt x="1983956" y="145673"/>
                    <a:pt x="1978889" y="150197"/>
                  </a:cubicBezTo>
                  <a:cubicBezTo>
                    <a:pt x="1973822" y="154722"/>
                    <a:pt x="1970805" y="160845"/>
                    <a:pt x="1969840" y="168566"/>
                  </a:cubicBezTo>
                  <a:lnTo>
                    <a:pt x="2025038" y="168566"/>
                  </a:lnTo>
                  <a:cubicBezTo>
                    <a:pt x="2024917" y="160965"/>
                    <a:pt x="2022202" y="154872"/>
                    <a:pt x="2016894" y="150288"/>
                  </a:cubicBezTo>
                  <a:cubicBezTo>
                    <a:pt x="2011585" y="145703"/>
                    <a:pt x="2005010" y="143411"/>
                    <a:pt x="1997167" y="143411"/>
                  </a:cubicBezTo>
                  <a:close/>
                  <a:moveTo>
                    <a:pt x="1178018" y="143411"/>
                  </a:moveTo>
                  <a:cubicBezTo>
                    <a:pt x="1170899" y="143411"/>
                    <a:pt x="1164806" y="145673"/>
                    <a:pt x="1159739" y="150197"/>
                  </a:cubicBezTo>
                  <a:cubicBezTo>
                    <a:pt x="1154672" y="154722"/>
                    <a:pt x="1151656" y="160845"/>
                    <a:pt x="1150690" y="168566"/>
                  </a:cubicBezTo>
                  <a:lnTo>
                    <a:pt x="1205888" y="168566"/>
                  </a:lnTo>
                  <a:cubicBezTo>
                    <a:pt x="1205767" y="160965"/>
                    <a:pt x="1203052" y="154872"/>
                    <a:pt x="1197744" y="150288"/>
                  </a:cubicBezTo>
                  <a:cubicBezTo>
                    <a:pt x="1192435" y="145703"/>
                    <a:pt x="1185860" y="143411"/>
                    <a:pt x="1178018" y="143411"/>
                  </a:cubicBezTo>
                  <a:close/>
                  <a:moveTo>
                    <a:pt x="901793" y="143411"/>
                  </a:moveTo>
                  <a:cubicBezTo>
                    <a:pt x="894674" y="143411"/>
                    <a:pt x="888581" y="145673"/>
                    <a:pt x="883514" y="150197"/>
                  </a:cubicBezTo>
                  <a:cubicBezTo>
                    <a:pt x="878447" y="154722"/>
                    <a:pt x="875431" y="160845"/>
                    <a:pt x="874465" y="168566"/>
                  </a:cubicBezTo>
                  <a:lnTo>
                    <a:pt x="929663" y="168566"/>
                  </a:lnTo>
                  <a:cubicBezTo>
                    <a:pt x="929542" y="160965"/>
                    <a:pt x="926827" y="154872"/>
                    <a:pt x="921519" y="150288"/>
                  </a:cubicBezTo>
                  <a:cubicBezTo>
                    <a:pt x="916210" y="145703"/>
                    <a:pt x="909635" y="143411"/>
                    <a:pt x="901793" y="143411"/>
                  </a:cubicBezTo>
                  <a:close/>
                  <a:moveTo>
                    <a:pt x="1998072" y="126037"/>
                  </a:moveTo>
                  <a:cubicBezTo>
                    <a:pt x="2007483" y="126037"/>
                    <a:pt x="2015868" y="128088"/>
                    <a:pt x="2023228" y="132190"/>
                  </a:cubicBezTo>
                  <a:cubicBezTo>
                    <a:pt x="2030587" y="136292"/>
                    <a:pt x="2036318" y="142053"/>
                    <a:pt x="2040420" y="149473"/>
                  </a:cubicBezTo>
                  <a:cubicBezTo>
                    <a:pt x="2044522" y="156893"/>
                    <a:pt x="2046574" y="165429"/>
                    <a:pt x="2046574" y="175081"/>
                  </a:cubicBezTo>
                  <a:cubicBezTo>
                    <a:pt x="2046574" y="178822"/>
                    <a:pt x="2046332" y="182200"/>
                    <a:pt x="2045850" y="185216"/>
                  </a:cubicBezTo>
                  <a:lnTo>
                    <a:pt x="1969659" y="185216"/>
                  </a:lnTo>
                  <a:cubicBezTo>
                    <a:pt x="1970262" y="193179"/>
                    <a:pt x="1973218" y="199573"/>
                    <a:pt x="1978527" y="204399"/>
                  </a:cubicBezTo>
                  <a:cubicBezTo>
                    <a:pt x="1983836" y="209225"/>
                    <a:pt x="1990351" y="211638"/>
                    <a:pt x="1998072" y="211638"/>
                  </a:cubicBezTo>
                  <a:cubicBezTo>
                    <a:pt x="2009172" y="211638"/>
                    <a:pt x="2017014" y="206993"/>
                    <a:pt x="2021599" y="197703"/>
                  </a:cubicBezTo>
                  <a:lnTo>
                    <a:pt x="2043859" y="197703"/>
                  </a:lnTo>
                  <a:cubicBezTo>
                    <a:pt x="2040843" y="206873"/>
                    <a:pt x="2035383" y="214383"/>
                    <a:pt x="2027481" y="220235"/>
                  </a:cubicBezTo>
                  <a:cubicBezTo>
                    <a:pt x="2019578" y="226086"/>
                    <a:pt x="2009775" y="229012"/>
                    <a:pt x="1998072" y="229012"/>
                  </a:cubicBezTo>
                  <a:cubicBezTo>
                    <a:pt x="1988541" y="229012"/>
                    <a:pt x="1980005" y="226870"/>
                    <a:pt x="1972464" y="222587"/>
                  </a:cubicBezTo>
                  <a:cubicBezTo>
                    <a:pt x="1964924" y="218304"/>
                    <a:pt x="1959012" y="212272"/>
                    <a:pt x="1954729" y="204490"/>
                  </a:cubicBezTo>
                  <a:cubicBezTo>
                    <a:pt x="1950446" y="196708"/>
                    <a:pt x="1948304" y="187689"/>
                    <a:pt x="1948304" y="177434"/>
                  </a:cubicBezTo>
                  <a:cubicBezTo>
                    <a:pt x="1948304" y="167179"/>
                    <a:pt x="1950385" y="158160"/>
                    <a:pt x="1954548" y="150378"/>
                  </a:cubicBezTo>
                  <a:cubicBezTo>
                    <a:pt x="1958710" y="142596"/>
                    <a:pt x="1964562" y="136594"/>
                    <a:pt x="1972102" y="132371"/>
                  </a:cubicBezTo>
                  <a:cubicBezTo>
                    <a:pt x="1979643" y="128149"/>
                    <a:pt x="1988300" y="126037"/>
                    <a:pt x="1998072" y="126037"/>
                  </a:cubicBezTo>
                  <a:close/>
                  <a:moveTo>
                    <a:pt x="1871533" y="126037"/>
                  </a:moveTo>
                  <a:cubicBezTo>
                    <a:pt x="1879254" y="126037"/>
                    <a:pt x="1886101" y="127575"/>
                    <a:pt x="1892073" y="130652"/>
                  </a:cubicBezTo>
                  <a:cubicBezTo>
                    <a:pt x="1898046" y="133729"/>
                    <a:pt x="1902721" y="137559"/>
                    <a:pt x="1906099" y="142144"/>
                  </a:cubicBezTo>
                  <a:lnTo>
                    <a:pt x="1906099" y="127666"/>
                  </a:lnTo>
                  <a:lnTo>
                    <a:pt x="1926911" y="127666"/>
                  </a:lnTo>
                  <a:lnTo>
                    <a:pt x="1926911" y="229012"/>
                  </a:lnTo>
                  <a:cubicBezTo>
                    <a:pt x="1926911" y="238181"/>
                    <a:pt x="1924980" y="246355"/>
                    <a:pt x="1921120" y="253534"/>
                  </a:cubicBezTo>
                  <a:cubicBezTo>
                    <a:pt x="1917259" y="260713"/>
                    <a:pt x="1911679" y="266353"/>
                    <a:pt x="1904380" y="270455"/>
                  </a:cubicBezTo>
                  <a:cubicBezTo>
                    <a:pt x="1897080" y="274557"/>
                    <a:pt x="1888363" y="276608"/>
                    <a:pt x="1878229" y="276608"/>
                  </a:cubicBezTo>
                  <a:cubicBezTo>
                    <a:pt x="1864716" y="276608"/>
                    <a:pt x="1853495" y="273441"/>
                    <a:pt x="1844567" y="267107"/>
                  </a:cubicBezTo>
                  <a:cubicBezTo>
                    <a:pt x="1835639" y="260773"/>
                    <a:pt x="1830572" y="252177"/>
                    <a:pt x="1829366" y="241318"/>
                  </a:cubicBezTo>
                  <a:lnTo>
                    <a:pt x="1849816" y="241318"/>
                  </a:lnTo>
                  <a:cubicBezTo>
                    <a:pt x="1851384" y="246506"/>
                    <a:pt x="1854732" y="250699"/>
                    <a:pt x="1859860" y="253896"/>
                  </a:cubicBezTo>
                  <a:cubicBezTo>
                    <a:pt x="1864988" y="257093"/>
                    <a:pt x="1871110" y="258692"/>
                    <a:pt x="1878229" y="258692"/>
                  </a:cubicBezTo>
                  <a:cubicBezTo>
                    <a:pt x="1886554" y="258692"/>
                    <a:pt x="1893280" y="256158"/>
                    <a:pt x="1898407" y="251091"/>
                  </a:cubicBezTo>
                  <a:cubicBezTo>
                    <a:pt x="1903535" y="246024"/>
                    <a:pt x="1906099" y="238664"/>
                    <a:pt x="1906099" y="229012"/>
                  </a:cubicBezTo>
                  <a:lnTo>
                    <a:pt x="1906099" y="212362"/>
                  </a:lnTo>
                  <a:cubicBezTo>
                    <a:pt x="1902600" y="217068"/>
                    <a:pt x="1897865" y="221019"/>
                    <a:pt x="1891892" y="224216"/>
                  </a:cubicBezTo>
                  <a:cubicBezTo>
                    <a:pt x="1885920" y="227413"/>
                    <a:pt x="1879134" y="229012"/>
                    <a:pt x="1871533" y="229012"/>
                  </a:cubicBezTo>
                  <a:cubicBezTo>
                    <a:pt x="1862846" y="229012"/>
                    <a:pt x="1854913" y="226810"/>
                    <a:pt x="1847734" y="222406"/>
                  </a:cubicBezTo>
                  <a:cubicBezTo>
                    <a:pt x="1840556" y="218003"/>
                    <a:pt x="1834885" y="211849"/>
                    <a:pt x="1830723" y="203947"/>
                  </a:cubicBezTo>
                  <a:cubicBezTo>
                    <a:pt x="1826560" y="196044"/>
                    <a:pt x="1824479" y="187086"/>
                    <a:pt x="1824479" y="177072"/>
                  </a:cubicBezTo>
                  <a:cubicBezTo>
                    <a:pt x="1824479" y="167058"/>
                    <a:pt x="1826560" y="158190"/>
                    <a:pt x="1830723" y="150469"/>
                  </a:cubicBezTo>
                  <a:cubicBezTo>
                    <a:pt x="1834885" y="142747"/>
                    <a:pt x="1840556" y="136745"/>
                    <a:pt x="1847734" y="132462"/>
                  </a:cubicBezTo>
                  <a:cubicBezTo>
                    <a:pt x="1854913" y="128179"/>
                    <a:pt x="1862846" y="126037"/>
                    <a:pt x="1871533" y="126037"/>
                  </a:cubicBezTo>
                  <a:close/>
                  <a:moveTo>
                    <a:pt x="1747708" y="126037"/>
                  </a:moveTo>
                  <a:cubicBezTo>
                    <a:pt x="1755550" y="126037"/>
                    <a:pt x="1762397" y="127575"/>
                    <a:pt x="1768248" y="130652"/>
                  </a:cubicBezTo>
                  <a:cubicBezTo>
                    <a:pt x="1774100" y="133729"/>
                    <a:pt x="1778775" y="137559"/>
                    <a:pt x="1782274" y="142144"/>
                  </a:cubicBezTo>
                  <a:lnTo>
                    <a:pt x="1782274" y="127666"/>
                  </a:lnTo>
                  <a:lnTo>
                    <a:pt x="1803086" y="127666"/>
                  </a:lnTo>
                  <a:lnTo>
                    <a:pt x="1803086" y="227383"/>
                  </a:lnTo>
                  <a:lnTo>
                    <a:pt x="1782274" y="227383"/>
                  </a:lnTo>
                  <a:lnTo>
                    <a:pt x="1782274" y="212543"/>
                  </a:lnTo>
                  <a:cubicBezTo>
                    <a:pt x="1778775" y="217249"/>
                    <a:pt x="1774009" y="221170"/>
                    <a:pt x="1767977" y="224307"/>
                  </a:cubicBezTo>
                  <a:cubicBezTo>
                    <a:pt x="1761944" y="227443"/>
                    <a:pt x="1755067" y="229012"/>
                    <a:pt x="1747346" y="229012"/>
                  </a:cubicBezTo>
                  <a:cubicBezTo>
                    <a:pt x="1738780" y="229012"/>
                    <a:pt x="1730937" y="226810"/>
                    <a:pt x="1723819" y="222406"/>
                  </a:cubicBezTo>
                  <a:cubicBezTo>
                    <a:pt x="1716701" y="218003"/>
                    <a:pt x="1711060" y="211849"/>
                    <a:pt x="1706898" y="203947"/>
                  </a:cubicBezTo>
                  <a:cubicBezTo>
                    <a:pt x="1702735" y="196044"/>
                    <a:pt x="1700654" y="187086"/>
                    <a:pt x="1700654" y="177072"/>
                  </a:cubicBezTo>
                  <a:cubicBezTo>
                    <a:pt x="1700654" y="167058"/>
                    <a:pt x="1702735" y="158190"/>
                    <a:pt x="1706898" y="150469"/>
                  </a:cubicBezTo>
                  <a:cubicBezTo>
                    <a:pt x="1711060" y="142747"/>
                    <a:pt x="1716731" y="136745"/>
                    <a:pt x="1723909" y="132462"/>
                  </a:cubicBezTo>
                  <a:cubicBezTo>
                    <a:pt x="1731088" y="128179"/>
                    <a:pt x="1739021" y="126037"/>
                    <a:pt x="1747708" y="126037"/>
                  </a:cubicBezTo>
                  <a:close/>
                  <a:moveTo>
                    <a:pt x="1691348" y="126037"/>
                  </a:moveTo>
                  <a:lnTo>
                    <a:pt x="1691348" y="147392"/>
                  </a:lnTo>
                  <a:lnTo>
                    <a:pt x="1686100" y="147392"/>
                  </a:lnTo>
                  <a:cubicBezTo>
                    <a:pt x="1678016" y="147392"/>
                    <a:pt x="1671893" y="149443"/>
                    <a:pt x="1667731" y="153545"/>
                  </a:cubicBezTo>
                  <a:cubicBezTo>
                    <a:pt x="1663569" y="157647"/>
                    <a:pt x="1661487" y="164766"/>
                    <a:pt x="1661487" y="174900"/>
                  </a:cubicBezTo>
                  <a:lnTo>
                    <a:pt x="1661487" y="227383"/>
                  </a:lnTo>
                  <a:lnTo>
                    <a:pt x="1640856" y="227383"/>
                  </a:lnTo>
                  <a:lnTo>
                    <a:pt x="1640856" y="127666"/>
                  </a:lnTo>
                  <a:lnTo>
                    <a:pt x="1661487" y="127666"/>
                  </a:lnTo>
                  <a:lnTo>
                    <a:pt x="1661487" y="142144"/>
                  </a:lnTo>
                  <a:cubicBezTo>
                    <a:pt x="1664504" y="137077"/>
                    <a:pt x="1668515" y="133125"/>
                    <a:pt x="1673522" y="130290"/>
                  </a:cubicBezTo>
                  <a:cubicBezTo>
                    <a:pt x="1678529" y="127455"/>
                    <a:pt x="1684471" y="126037"/>
                    <a:pt x="1691348" y="126037"/>
                  </a:cubicBezTo>
                  <a:close/>
                  <a:moveTo>
                    <a:pt x="1433383" y="126037"/>
                  </a:moveTo>
                  <a:cubicBezTo>
                    <a:pt x="1441225" y="126037"/>
                    <a:pt x="1448072" y="127575"/>
                    <a:pt x="1453923" y="130652"/>
                  </a:cubicBezTo>
                  <a:cubicBezTo>
                    <a:pt x="1459775" y="133729"/>
                    <a:pt x="1464450" y="137559"/>
                    <a:pt x="1467949" y="142144"/>
                  </a:cubicBezTo>
                  <a:lnTo>
                    <a:pt x="1467949" y="127666"/>
                  </a:lnTo>
                  <a:lnTo>
                    <a:pt x="1488761" y="127666"/>
                  </a:lnTo>
                  <a:lnTo>
                    <a:pt x="1488761" y="227383"/>
                  </a:lnTo>
                  <a:lnTo>
                    <a:pt x="1467949" y="227383"/>
                  </a:lnTo>
                  <a:lnTo>
                    <a:pt x="1467949" y="212543"/>
                  </a:lnTo>
                  <a:cubicBezTo>
                    <a:pt x="1464450" y="217249"/>
                    <a:pt x="1459684" y="221170"/>
                    <a:pt x="1453652" y="224307"/>
                  </a:cubicBezTo>
                  <a:cubicBezTo>
                    <a:pt x="1447620" y="227443"/>
                    <a:pt x="1440742" y="229012"/>
                    <a:pt x="1433021" y="229012"/>
                  </a:cubicBezTo>
                  <a:cubicBezTo>
                    <a:pt x="1424455" y="229012"/>
                    <a:pt x="1416612" y="226810"/>
                    <a:pt x="1409494" y="222406"/>
                  </a:cubicBezTo>
                  <a:cubicBezTo>
                    <a:pt x="1402376" y="218003"/>
                    <a:pt x="1396735" y="211849"/>
                    <a:pt x="1392573" y="203947"/>
                  </a:cubicBezTo>
                  <a:cubicBezTo>
                    <a:pt x="1388410" y="196044"/>
                    <a:pt x="1386329" y="187086"/>
                    <a:pt x="1386329" y="177072"/>
                  </a:cubicBezTo>
                  <a:cubicBezTo>
                    <a:pt x="1386329" y="167058"/>
                    <a:pt x="1388410" y="158190"/>
                    <a:pt x="1392573" y="150469"/>
                  </a:cubicBezTo>
                  <a:cubicBezTo>
                    <a:pt x="1396735" y="142747"/>
                    <a:pt x="1402406" y="136745"/>
                    <a:pt x="1409585" y="132462"/>
                  </a:cubicBezTo>
                  <a:cubicBezTo>
                    <a:pt x="1416763" y="128179"/>
                    <a:pt x="1424696" y="126037"/>
                    <a:pt x="1433383" y="126037"/>
                  </a:cubicBezTo>
                  <a:close/>
                  <a:moveTo>
                    <a:pt x="1330418" y="126037"/>
                  </a:moveTo>
                  <a:cubicBezTo>
                    <a:pt x="1342483" y="126037"/>
                    <a:pt x="1352466" y="128903"/>
                    <a:pt x="1360369" y="134633"/>
                  </a:cubicBezTo>
                  <a:cubicBezTo>
                    <a:pt x="1368271" y="140364"/>
                    <a:pt x="1373610" y="148538"/>
                    <a:pt x="1376385" y="159156"/>
                  </a:cubicBezTo>
                  <a:lnTo>
                    <a:pt x="1354125" y="159156"/>
                  </a:lnTo>
                  <a:cubicBezTo>
                    <a:pt x="1352315" y="154209"/>
                    <a:pt x="1349420" y="150348"/>
                    <a:pt x="1345438" y="147573"/>
                  </a:cubicBezTo>
                  <a:cubicBezTo>
                    <a:pt x="1341457" y="144798"/>
                    <a:pt x="1336450" y="143411"/>
                    <a:pt x="1330418" y="143411"/>
                  </a:cubicBezTo>
                  <a:cubicBezTo>
                    <a:pt x="1321972" y="143411"/>
                    <a:pt x="1315246" y="146397"/>
                    <a:pt x="1310239" y="152369"/>
                  </a:cubicBezTo>
                  <a:cubicBezTo>
                    <a:pt x="1305232" y="158341"/>
                    <a:pt x="1302728" y="166696"/>
                    <a:pt x="1302728" y="177434"/>
                  </a:cubicBezTo>
                  <a:cubicBezTo>
                    <a:pt x="1302728" y="188172"/>
                    <a:pt x="1305232" y="196557"/>
                    <a:pt x="1310239" y="202590"/>
                  </a:cubicBezTo>
                  <a:cubicBezTo>
                    <a:pt x="1315246" y="208622"/>
                    <a:pt x="1321972" y="211638"/>
                    <a:pt x="1330418" y="211638"/>
                  </a:cubicBezTo>
                  <a:cubicBezTo>
                    <a:pt x="1342362" y="211638"/>
                    <a:pt x="1350264" y="206390"/>
                    <a:pt x="1354125" y="195893"/>
                  </a:cubicBezTo>
                  <a:lnTo>
                    <a:pt x="1376385" y="195893"/>
                  </a:lnTo>
                  <a:cubicBezTo>
                    <a:pt x="1373490" y="206028"/>
                    <a:pt x="1368060" y="214081"/>
                    <a:pt x="1360097" y="220054"/>
                  </a:cubicBezTo>
                  <a:cubicBezTo>
                    <a:pt x="1352135" y="226026"/>
                    <a:pt x="1342241" y="229012"/>
                    <a:pt x="1330418" y="229012"/>
                  </a:cubicBezTo>
                  <a:cubicBezTo>
                    <a:pt x="1320886" y="229012"/>
                    <a:pt x="1312441" y="226870"/>
                    <a:pt x="1305081" y="222587"/>
                  </a:cubicBezTo>
                  <a:cubicBezTo>
                    <a:pt x="1297721" y="218304"/>
                    <a:pt x="1291960" y="212272"/>
                    <a:pt x="1287798" y="204490"/>
                  </a:cubicBezTo>
                  <a:cubicBezTo>
                    <a:pt x="1283636" y="196708"/>
                    <a:pt x="1281554" y="187689"/>
                    <a:pt x="1281554" y="177434"/>
                  </a:cubicBezTo>
                  <a:cubicBezTo>
                    <a:pt x="1281554" y="167179"/>
                    <a:pt x="1283636" y="158160"/>
                    <a:pt x="1287798" y="150378"/>
                  </a:cubicBezTo>
                  <a:cubicBezTo>
                    <a:pt x="1291960" y="142596"/>
                    <a:pt x="1297721" y="136594"/>
                    <a:pt x="1305081" y="132371"/>
                  </a:cubicBezTo>
                  <a:cubicBezTo>
                    <a:pt x="1312441" y="128149"/>
                    <a:pt x="1320886" y="126037"/>
                    <a:pt x="1330418" y="126037"/>
                  </a:cubicBezTo>
                  <a:close/>
                  <a:moveTo>
                    <a:pt x="1178922" y="126037"/>
                  </a:moveTo>
                  <a:cubicBezTo>
                    <a:pt x="1188333" y="126037"/>
                    <a:pt x="1196718" y="128088"/>
                    <a:pt x="1204078" y="132190"/>
                  </a:cubicBezTo>
                  <a:cubicBezTo>
                    <a:pt x="1211438" y="136292"/>
                    <a:pt x="1217168" y="142053"/>
                    <a:pt x="1221271" y="149473"/>
                  </a:cubicBezTo>
                  <a:cubicBezTo>
                    <a:pt x="1225373" y="156893"/>
                    <a:pt x="1227424" y="165429"/>
                    <a:pt x="1227424" y="175081"/>
                  </a:cubicBezTo>
                  <a:cubicBezTo>
                    <a:pt x="1227424" y="178822"/>
                    <a:pt x="1227182" y="182200"/>
                    <a:pt x="1226700" y="185216"/>
                  </a:cubicBezTo>
                  <a:lnTo>
                    <a:pt x="1150509" y="185216"/>
                  </a:lnTo>
                  <a:cubicBezTo>
                    <a:pt x="1151113" y="193179"/>
                    <a:pt x="1154069" y="199573"/>
                    <a:pt x="1159377" y="204399"/>
                  </a:cubicBezTo>
                  <a:cubicBezTo>
                    <a:pt x="1164686" y="209225"/>
                    <a:pt x="1171201" y="211638"/>
                    <a:pt x="1178922" y="211638"/>
                  </a:cubicBezTo>
                  <a:cubicBezTo>
                    <a:pt x="1190022" y="211638"/>
                    <a:pt x="1197865" y="206993"/>
                    <a:pt x="1202449" y="197703"/>
                  </a:cubicBezTo>
                  <a:lnTo>
                    <a:pt x="1224709" y="197703"/>
                  </a:lnTo>
                  <a:cubicBezTo>
                    <a:pt x="1221693" y="206873"/>
                    <a:pt x="1216233" y="214383"/>
                    <a:pt x="1208331" y="220235"/>
                  </a:cubicBezTo>
                  <a:cubicBezTo>
                    <a:pt x="1200428" y="226086"/>
                    <a:pt x="1190626" y="229012"/>
                    <a:pt x="1178922" y="229012"/>
                  </a:cubicBezTo>
                  <a:cubicBezTo>
                    <a:pt x="1169391" y="229012"/>
                    <a:pt x="1160855" y="226870"/>
                    <a:pt x="1153314" y="222587"/>
                  </a:cubicBezTo>
                  <a:cubicBezTo>
                    <a:pt x="1145774" y="218304"/>
                    <a:pt x="1139862" y="212272"/>
                    <a:pt x="1135579" y="204490"/>
                  </a:cubicBezTo>
                  <a:cubicBezTo>
                    <a:pt x="1131296" y="196708"/>
                    <a:pt x="1129154" y="187689"/>
                    <a:pt x="1129154" y="177434"/>
                  </a:cubicBezTo>
                  <a:cubicBezTo>
                    <a:pt x="1129154" y="167179"/>
                    <a:pt x="1131236" y="158160"/>
                    <a:pt x="1135398" y="150378"/>
                  </a:cubicBezTo>
                  <a:cubicBezTo>
                    <a:pt x="1139560" y="142596"/>
                    <a:pt x="1145412" y="136594"/>
                    <a:pt x="1152953" y="132371"/>
                  </a:cubicBezTo>
                  <a:cubicBezTo>
                    <a:pt x="1160493" y="128149"/>
                    <a:pt x="1169150" y="126037"/>
                    <a:pt x="1178922" y="126037"/>
                  </a:cubicBezTo>
                  <a:close/>
                  <a:moveTo>
                    <a:pt x="902697" y="126037"/>
                  </a:moveTo>
                  <a:cubicBezTo>
                    <a:pt x="912108" y="126037"/>
                    <a:pt x="920493" y="128088"/>
                    <a:pt x="927853" y="132190"/>
                  </a:cubicBezTo>
                  <a:cubicBezTo>
                    <a:pt x="935213" y="136292"/>
                    <a:pt x="940944" y="142053"/>
                    <a:pt x="945046" y="149473"/>
                  </a:cubicBezTo>
                  <a:cubicBezTo>
                    <a:pt x="949148" y="156893"/>
                    <a:pt x="951199" y="165429"/>
                    <a:pt x="951199" y="175081"/>
                  </a:cubicBezTo>
                  <a:cubicBezTo>
                    <a:pt x="951199" y="178822"/>
                    <a:pt x="950957" y="182200"/>
                    <a:pt x="950475" y="185216"/>
                  </a:cubicBezTo>
                  <a:lnTo>
                    <a:pt x="874284" y="185216"/>
                  </a:lnTo>
                  <a:cubicBezTo>
                    <a:pt x="874888" y="193179"/>
                    <a:pt x="877844" y="199573"/>
                    <a:pt x="883152" y="204399"/>
                  </a:cubicBezTo>
                  <a:cubicBezTo>
                    <a:pt x="888461" y="209225"/>
                    <a:pt x="894976" y="211638"/>
                    <a:pt x="902697" y="211638"/>
                  </a:cubicBezTo>
                  <a:cubicBezTo>
                    <a:pt x="913797" y="211638"/>
                    <a:pt x="921639" y="206993"/>
                    <a:pt x="926224" y="197703"/>
                  </a:cubicBezTo>
                  <a:lnTo>
                    <a:pt x="948484" y="197703"/>
                  </a:lnTo>
                  <a:cubicBezTo>
                    <a:pt x="945468" y="206873"/>
                    <a:pt x="940008" y="214383"/>
                    <a:pt x="932106" y="220235"/>
                  </a:cubicBezTo>
                  <a:cubicBezTo>
                    <a:pt x="924203" y="226086"/>
                    <a:pt x="914401" y="229012"/>
                    <a:pt x="902697" y="229012"/>
                  </a:cubicBezTo>
                  <a:cubicBezTo>
                    <a:pt x="893166" y="229012"/>
                    <a:pt x="884630" y="226870"/>
                    <a:pt x="877089" y="222587"/>
                  </a:cubicBezTo>
                  <a:cubicBezTo>
                    <a:pt x="869549" y="218304"/>
                    <a:pt x="863637" y="212272"/>
                    <a:pt x="859354" y="204490"/>
                  </a:cubicBezTo>
                  <a:cubicBezTo>
                    <a:pt x="855071" y="196708"/>
                    <a:pt x="852929" y="187689"/>
                    <a:pt x="852929" y="177434"/>
                  </a:cubicBezTo>
                  <a:cubicBezTo>
                    <a:pt x="852929" y="167179"/>
                    <a:pt x="855011" y="158160"/>
                    <a:pt x="859173" y="150378"/>
                  </a:cubicBezTo>
                  <a:cubicBezTo>
                    <a:pt x="863335" y="142596"/>
                    <a:pt x="869187" y="136594"/>
                    <a:pt x="876728" y="132371"/>
                  </a:cubicBezTo>
                  <a:cubicBezTo>
                    <a:pt x="884268" y="128149"/>
                    <a:pt x="892925" y="126037"/>
                    <a:pt x="902697" y="126037"/>
                  </a:cubicBezTo>
                  <a:close/>
                  <a:moveTo>
                    <a:pt x="799123" y="126037"/>
                  </a:moveTo>
                  <a:cubicBezTo>
                    <a:pt x="810464" y="126037"/>
                    <a:pt x="819603" y="128903"/>
                    <a:pt x="826540" y="134633"/>
                  </a:cubicBezTo>
                  <a:cubicBezTo>
                    <a:pt x="833478" y="140364"/>
                    <a:pt x="837188" y="148176"/>
                    <a:pt x="837670" y="158070"/>
                  </a:cubicBezTo>
                  <a:lnTo>
                    <a:pt x="817039" y="158070"/>
                  </a:lnTo>
                  <a:cubicBezTo>
                    <a:pt x="816677" y="153606"/>
                    <a:pt x="814867" y="150046"/>
                    <a:pt x="811610" y="147392"/>
                  </a:cubicBezTo>
                  <a:cubicBezTo>
                    <a:pt x="808352" y="144738"/>
                    <a:pt x="803949" y="143411"/>
                    <a:pt x="798399" y="143411"/>
                  </a:cubicBezTo>
                  <a:cubicBezTo>
                    <a:pt x="792969" y="143411"/>
                    <a:pt x="788807" y="144436"/>
                    <a:pt x="785911" y="146487"/>
                  </a:cubicBezTo>
                  <a:cubicBezTo>
                    <a:pt x="783016" y="148538"/>
                    <a:pt x="781568" y="151253"/>
                    <a:pt x="781568" y="154631"/>
                  </a:cubicBezTo>
                  <a:cubicBezTo>
                    <a:pt x="781568" y="157285"/>
                    <a:pt x="782533" y="159518"/>
                    <a:pt x="784464" y="161327"/>
                  </a:cubicBezTo>
                  <a:cubicBezTo>
                    <a:pt x="786394" y="163137"/>
                    <a:pt x="788747" y="164555"/>
                    <a:pt x="791522" y="165580"/>
                  </a:cubicBezTo>
                  <a:cubicBezTo>
                    <a:pt x="794297" y="166606"/>
                    <a:pt x="798399" y="167903"/>
                    <a:pt x="803828" y="169471"/>
                  </a:cubicBezTo>
                  <a:cubicBezTo>
                    <a:pt x="811067" y="171402"/>
                    <a:pt x="817009" y="173362"/>
                    <a:pt x="821654" y="175353"/>
                  </a:cubicBezTo>
                  <a:cubicBezTo>
                    <a:pt x="826299" y="177344"/>
                    <a:pt x="830311" y="180269"/>
                    <a:pt x="833689" y="184130"/>
                  </a:cubicBezTo>
                  <a:cubicBezTo>
                    <a:pt x="837067" y="187991"/>
                    <a:pt x="838816" y="193119"/>
                    <a:pt x="838937" y="199513"/>
                  </a:cubicBezTo>
                  <a:cubicBezTo>
                    <a:pt x="838937" y="205184"/>
                    <a:pt x="837369" y="210251"/>
                    <a:pt x="834232" y="214715"/>
                  </a:cubicBezTo>
                  <a:cubicBezTo>
                    <a:pt x="831095" y="219179"/>
                    <a:pt x="826661" y="222678"/>
                    <a:pt x="820930" y="225211"/>
                  </a:cubicBezTo>
                  <a:cubicBezTo>
                    <a:pt x="815199" y="227745"/>
                    <a:pt x="808473" y="229012"/>
                    <a:pt x="800751" y="229012"/>
                  </a:cubicBezTo>
                  <a:cubicBezTo>
                    <a:pt x="792909" y="229012"/>
                    <a:pt x="785881" y="227594"/>
                    <a:pt x="779668" y="224759"/>
                  </a:cubicBezTo>
                  <a:cubicBezTo>
                    <a:pt x="773454" y="221924"/>
                    <a:pt x="768538" y="218063"/>
                    <a:pt x="764918" y="213177"/>
                  </a:cubicBezTo>
                  <a:cubicBezTo>
                    <a:pt x="761299" y="208290"/>
                    <a:pt x="759368" y="202831"/>
                    <a:pt x="759127" y="196798"/>
                  </a:cubicBezTo>
                  <a:lnTo>
                    <a:pt x="780482" y="196798"/>
                  </a:lnTo>
                  <a:cubicBezTo>
                    <a:pt x="780844" y="201021"/>
                    <a:pt x="782865" y="204550"/>
                    <a:pt x="786545" y="207385"/>
                  </a:cubicBezTo>
                  <a:cubicBezTo>
                    <a:pt x="790225" y="210221"/>
                    <a:pt x="794840" y="211638"/>
                    <a:pt x="800389" y="211638"/>
                  </a:cubicBezTo>
                  <a:cubicBezTo>
                    <a:pt x="806181" y="211638"/>
                    <a:pt x="810675" y="210522"/>
                    <a:pt x="813872" y="208290"/>
                  </a:cubicBezTo>
                  <a:cubicBezTo>
                    <a:pt x="817069" y="206058"/>
                    <a:pt x="818668" y="203193"/>
                    <a:pt x="818668" y="199694"/>
                  </a:cubicBezTo>
                  <a:cubicBezTo>
                    <a:pt x="818668" y="195954"/>
                    <a:pt x="816888" y="193179"/>
                    <a:pt x="813329" y="191369"/>
                  </a:cubicBezTo>
                  <a:cubicBezTo>
                    <a:pt x="809770" y="189559"/>
                    <a:pt x="804130" y="187569"/>
                    <a:pt x="796408" y="185397"/>
                  </a:cubicBezTo>
                  <a:cubicBezTo>
                    <a:pt x="788928" y="183346"/>
                    <a:pt x="782835" y="181355"/>
                    <a:pt x="778130" y="179425"/>
                  </a:cubicBezTo>
                  <a:cubicBezTo>
                    <a:pt x="773424" y="177494"/>
                    <a:pt x="769352" y="174538"/>
                    <a:pt x="765914" y="170557"/>
                  </a:cubicBezTo>
                  <a:cubicBezTo>
                    <a:pt x="762475" y="166576"/>
                    <a:pt x="760756" y="161327"/>
                    <a:pt x="760756" y="154812"/>
                  </a:cubicBezTo>
                  <a:cubicBezTo>
                    <a:pt x="760756" y="149504"/>
                    <a:pt x="762324" y="144647"/>
                    <a:pt x="765461" y="140244"/>
                  </a:cubicBezTo>
                  <a:cubicBezTo>
                    <a:pt x="768598" y="135840"/>
                    <a:pt x="773092" y="132371"/>
                    <a:pt x="778944" y="129838"/>
                  </a:cubicBezTo>
                  <a:cubicBezTo>
                    <a:pt x="784795" y="127304"/>
                    <a:pt x="791522" y="126037"/>
                    <a:pt x="799123" y="126037"/>
                  </a:cubicBezTo>
                  <a:close/>
                  <a:moveTo>
                    <a:pt x="680908" y="126037"/>
                  </a:moveTo>
                  <a:cubicBezTo>
                    <a:pt x="688750" y="126037"/>
                    <a:pt x="695597" y="127575"/>
                    <a:pt x="701449" y="130652"/>
                  </a:cubicBezTo>
                  <a:cubicBezTo>
                    <a:pt x="707300" y="133729"/>
                    <a:pt x="711975" y="137559"/>
                    <a:pt x="715474" y="142144"/>
                  </a:cubicBezTo>
                  <a:lnTo>
                    <a:pt x="715474" y="127666"/>
                  </a:lnTo>
                  <a:lnTo>
                    <a:pt x="736286" y="127666"/>
                  </a:lnTo>
                  <a:lnTo>
                    <a:pt x="736286" y="227383"/>
                  </a:lnTo>
                  <a:lnTo>
                    <a:pt x="715474" y="227383"/>
                  </a:lnTo>
                  <a:lnTo>
                    <a:pt x="715474" y="212543"/>
                  </a:lnTo>
                  <a:cubicBezTo>
                    <a:pt x="711975" y="217249"/>
                    <a:pt x="707210" y="221170"/>
                    <a:pt x="701177" y="224307"/>
                  </a:cubicBezTo>
                  <a:cubicBezTo>
                    <a:pt x="695145" y="227443"/>
                    <a:pt x="688267" y="229012"/>
                    <a:pt x="680546" y="229012"/>
                  </a:cubicBezTo>
                  <a:cubicBezTo>
                    <a:pt x="671980" y="229012"/>
                    <a:pt x="664137" y="226810"/>
                    <a:pt x="657019" y="222406"/>
                  </a:cubicBezTo>
                  <a:cubicBezTo>
                    <a:pt x="649901" y="218003"/>
                    <a:pt x="644260" y="211849"/>
                    <a:pt x="640098" y="203947"/>
                  </a:cubicBezTo>
                  <a:cubicBezTo>
                    <a:pt x="635936" y="196044"/>
                    <a:pt x="633854" y="187086"/>
                    <a:pt x="633854" y="177072"/>
                  </a:cubicBezTo>
                  <a:cubicBezTo>
                    <a:pt x="633854" y="167058"/>
                    <a:pt x="635936" y="158190"/>
                    <a:pt x="640098" y="150469"/>
                  </a:cubicBezTo>
                  <a:cubicBezTo>
                    <a:pt x="644260" y="142747"/>
                    <a:pt x="649931" y="136745"/>
                    <a:pt x="657110" y="132462"/>
                  </a:cubicBezTo>
                  <a:cubicBezTo>
                    <a:pt x="664288" y="128179"/>
                    <a:pt x="672221" y="126037"/>
                    <a:pt x="680908" y="126037"/>
                  </a:cubicBezTo>
                  <a:close/>
                  <a:moveTo>
                    <a:pt x="442288" y="118436"/>
                  </a:moveTo>
                  <a:lnTo>
                    <a:pt x="442288" y="159518"/>
                  </a:lnTo>
                  <a:lnTo>
                    <a:pt x="465090" y="159518"/>
                  </a:lnTo>
                  <a:cubicBezTo>
                    <a:pt x="472933" y="159518"/>
                    <a:pt x="478784" y="157738"/>
                    <a:pt x="482645" y="154179"/>
                  </a:cubicBezTo>
                  <a:cubicBezTo>
                    <a:pt x="486506" y="150620"/>
                    <a:pt x="488436" y="145582"/>
                    <a:pt x="488436" y="139067"/>
                  </a:cubicBezTo>
                  <a:cubicBezTo>
                    <a:pt x="488436" y="125313"/>
                    <a:pt x="480654" y="118436"/>
                    <a:pt x="465090" y="118436"/>
                  </a:cubicBezTo>
                  <a:close/>
                  <a:moveTo>
                    <a:pt x="421656" y="101606"/>
                  </a:moveTo>
                  <a:lnTo>
                    <a:pt x="465090" y="101606"/>
                  </a:lnTo>
                  <a:cubicBezTo>
                    <a:pt x="474742" y="101606"/>
                    <a:pt x="482916" y="103264"/>
                    <a:pt x="489612" y="106582"/>
                  </a:cubicBezTo>
                  <a:cubicBezTo>
                    <a:pt x="496309" y="109900"/>
                    <a:pt x="501316" y="114394"/>
                    <a:pt x="504633" y="120065"/>
                  </a:cubicBezTo>
                  <a:cubicBezTo>
                    <a:pt x="507951" y="125735"/>
                    <a:pt x="509610" y="132070"/>
                    <a:pt x="509610" y="139067"/>
                  </a:cubicBezTo>
                  <a:cubicBezTo>
                    <a:pt x="509610" y="145462"/>
                    <a:pt x="508102" y="151494"/>
                    <a:pt x="505086" y="157165"/>
                  </a:cubicBezTo>
                  <a:cubicBezTo>
                    <a:pt x="502070" y="162835"/>
                    <a:pt x="497244" y="167450"/>
                    <a:pt x="490608" y="171009"/>
                  </a:cubicBezTo>
                  <a:cubicBezTo>
                    <a:pt x="483972" y="174569"/>
                    <a:pt x="475466" y="176348"/>
                    <a:pt x="465090" y="176348"/>
                  </a:cubicBezTo>
                  <a:lnTo>
                    <a:pt x="442288" y="176348"/>
                  </a:lnTo>
                  <a:lnTo>
                    <a:pt x="442288" y="227383"/>
                  </a:lnTo>
                  <a:lnTo>
                    <a:pt x="421656" y="227383"/>
                  </a:lnTo>
                  <a:close/>
                  <a:moveTo>
                    <a:pt x="1591774" y="93462"/>
                  </a:moveTo>
                  <a:lnTo>
                    <a:pt x="1612586" y="93462"/>
                  </a:lnTo>
                  <a:lnTo>
                    <a:pt x="1612586" y="227383"/>
                  </a:lnTo>
                  <a:lnTo>
                    <a:pt x="1591774" y="227383"/>
                  </a:lnTo>
                  <a:lnTo>
                    <a:pt x="1591774" y="212362"/>
                  </a:lnTo>
                  <a:cubicBezTo>
                    <a:pt x="1588396" y="217188"/>
                    <a:pt x="1583721" y="221170"/>
                    <a:pt x="1577748" y="224307"/>
                  </a:cubicBezTo>
                  <a:cubicBezTo>
                    <a:pt x="1571776" y="227443"/>
                    <a:pt x="1564929" y="229012"/>
                    <a:pt x="1557208" y="229012"/>
                  </a:cubicBezTo>
                  <a:cubicBezTo>
                    <a:pt x="1548521" y="229012"/>
                    <a:pt x="1540588" y="226810"/>
                    <a:pt x="1533409" y="222406"/>
                  </a:cubicBezTo>
                  <a:cubicBezTo>
                    <a:pt x="1526231" y="218003"/>
                    <a:pt x="1520560" y="211849"/>
                    <a:pt x="1516398" y="203947"/>
                  </a:cubicBezTo>
                  <a:cubicBezTo>
                    <a:pt x="1512235" y="196044"/>
                    <a:pt x="1510154" y="187086"/>
                    <a:pt x="1510154" y="177072"/>
                  </a:cubicBezTo>
                  <a:cubicBezTo>
                    <a:pt x="1510154" y="167058"/>
                    <a:pt x="1512235" y="158190"/>
                    <a:pt x="1516398" y="150469"/>
                  </a:cubicBezTo>
                  <a:cubicBezTo>
                    <a:pt x="1520560" y="142747"/>
                    <a:pt x="1526231" y="136745"/>
                    <a:pt x="1533409" y="132462"/>
                  </a:cubicBezTo>
                  <a:cubicBezTo>
                    <a:pt x="1540588" y="128179"/>
                    <a:pt x="1548581" y="126037"/>
                    <a:pt x="1557389" y="126037"/>
                  </a:cubicBezTo>
                  <a:cubicBezTo>
                    <a:pt x="1563904" y="126037"/>
                    <a:pt x="1570328" y="127455"/>
                    <a:pt x="1576663" y="130290"/>
                  </a:cubicBezTo>
                  <a:cubicBezTo>
                    <a:pt x="1582997" y="133125"/>
                    <a:pt x="1588034" y="136896"/>
                    <a:pt x="1591774" y="141601"/>
                  </a:cubicBezTo>
                  <a:close/>
                  <a:moveTo>
                    <a:pt x="1086949" y="93462"/>
                  </a:moveTo>
                  <a:lnTo>
                    <a:pt x="1107761" y="93462"/>
                  </a:lnTo>
                  <a:lnTo>
                    <a:pt x="1107761" y="227383"/>
                  </a:lnTo>
                  <a:lnTo>
                    <a:pt x="1086949" y="227383"/>
                  </a:lnTo>
                  <a:lnTo>
                    <a:pt x="1086949" y="212362"/>
                  </a:lnTo>
                  <a:cubicBezTo>
                    <a:pt x="1083571" y="217188"/>
                    <a:pt x="1078896" y="221170"/>
                    <a:pt x="1072923" y="224307"/>
                  </a:cubicBezTo>
                  <a:cubicBezTo>
                    <a:pt x="1066951" y="227443"/>
                    <a:pt x="1060104" y="229012"/>
                    <a:pt x="1052383" y="229012"/>
                  </a:cubicBezTo>
                  <a:cubicBezTo>
                    <a:pt x="1043696" y="229012"/>
                    <a:pt x="1035763" y="226810"/>
                    <a:pt x="1028585" y="222406"/>
                  </a:cubicBezTo>
                  <a:cubicBezTo>
                    <a:pt x="1021406" y="218003"/>
                    <a:pt x="1015735" y="211849"/>
                    <a:pt x="1011573" y="203947"/>
                  </a:cubicBezTo>
                  <a:cubicBezTo>
                    <a:pt x="1007411" y="196044"/>
                    <a:pt x="1005329" y="187086"/>
                    <a:pt x="1005329" y="177072"/>
                  </a:cubicBezTo>
                  <a:cubicBezTo>
                    <a:pt x="1005329" y="167058"/>
                    <a:pt x="1007411" y="158190"/>
                    <a:pt x="1011573" y="150469"/>
                  </a:cubicBezTo>
                  <a:cubicBezTo>
                    <a:pt x="1015735" y="142747"/>
                    <a:pt x="1021406" y="136745"/>
                    <a:pt x="1028585" y="132462"/>
                  </a:cubicBezTo>
                  <a:cubicBezTo>
                    <a:pt x="1035763" y="128179"/>
                    <a:pt x="1043756" y="126037"/>
                    <a:pt x="1052564" y="126037"/>
                  </a:cubicBezTo>
                  <a:cubicBezTo>
                    <a:pt x="1059079" y="126037"/>
                    <a:pt x="1065503" y="127455"/>
                    <a:pt x="1071838" y="130290"/>
                  </a:cubicBezTo>
                  <a:cubicBezTo>
                    <a:pt x="1078172" y="133125"/>
                    <a:pt x="1083209" y="136896"/>
                    <a:pt x="1086949" y="141601"/>
                  </a:cubicBezTo>
                  <a:close/>
                  <a:moveTo>
                    <a:pt x="526431" y="93462"/>
                  </a:moveTo>
                  <a:lnTo>
                    <a:pt x="547063" y="93462"/>
                  </a:lnTo>
                  <a:lnTo>
                    <a:pt x="547063" y="139248"/>
                  </a:lnTo>
                  <a:cubicBezTo>
                    <a:pt x="550561" y="135026"/>
                    <a:pt x="554995" y="131768"/>
                    <a:pt x="560364" y="129476"/>
                  </a:cubicBezTo>
                  <a:cubicBezTo>
                    <a:pt x="565733" y="127183"/>
                    <a:pt x="571615" y="126037"/>
                    <a:pt x="578009" y="126037"/>
                  </a:cubicBezTo>
                  <a:cubicBezTo>
                    <a:pt x="585610" y="126037"/>
                    <a:pt x="592397" y="127666"/>
                    <a:pt x="598369" y="130923"/>
                  </a:cubicBezTo>
                  <a:cubicBezTo>
                    <a:pt x="604341" y="134181"/>
                    <a:pt x="609046" y="139007"/>
                    <a:pt x="612485" y="145401"/>
                  </a:cubicBezTo>
                  <a:cubicBezTo>
                    <a:pt x="615924" y="151796"/>
                    <a:pt x="617643" y="159518"/>
                    <a:pt x="617643" y="168566"/>
                  </a:cubicBezTo>
                  <a:lnTo>
                    <a:pt x="617643" y="227383"/>
                  </a:lnTo>
                  <a:lnTo>
                    <a:pt x="597193" y="227383"/>
                  </a:lnTo>
                  <a:lnTo>
                    <a:pt x="597193" y="171643"/>
                  </a:lnTo>
                  <a:cubicBezTo>
                    <a:pt x="597193" y="162715"/>
                    <a:pt x="594961" y="155868"/>
                    <a:pt x="590497" y="151102"/>
                  </a:cubicBezTo>
                  <a:cubicBezTo>
                    <a:pt x="586032" y="146336"/>
                    <a:pt x="579940" y="143954"/>
                    <a:pt x="572218" y="143954"/>
                  </a:cubicBezTo>
                  <a:cubicBezTo>
                    <a:pt x="564496" y="143954"/>
                    <a:pt x="558373" y="146336"/>
                    <a:pt x="553849" y="151102"/>
                  </a:cubicBezTo>
                  <a:cubicBezTo>
                    <a:pt x="549325" y="155868"/>
                    <a:pt x="547063" y="162715"/>
                    <a:pt x="547063" y="171643"/>
                  </a:cubicBezTo>
                  <a:lnTo>
                    <a:pt x="547063" y="227383"/>
                  </a:lnTo>
                  <a:lnTo>
                    <a:pt x="526431" y="227383"/>
                  </a:lnTo>
                  <a:close/>
                  <a:moveTo>
                    <a:pt x="168252" y="0"/>
                  </a:moveTo>
                  <a:cubicBezTo>
                    <a:pt x="261175" y="0"/>
                    <a:pt x="336504" y="76293"/>
                    <a:pt x="336504" y="170405"/>
                  </a:cubicBezTo>
                  <a:cubicBezTo>
                    <a:pt x="336504" y="264517"/>
                    <a:pt x="261175" y="340810"/>
                    <a:pt x="168252" y="340810"/>
                  </a:cubicBezTo>
                  <a:cubicBezTo>
                    <a:pt x="75329" y="340810"/>
                    <a:pt x="0" y="264517"/>
                    <a:pt x="0" y="170405"/>
                  </a:cubicBezTo>
                  <a:cubicBezTo>
                    <a:pt x="0" y="76293"/>
                    <a:pt x="75329" y="0"/>
                    <a:pt x="1682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" name="Google Shape;76;p2"/>
            <p:cNvSpPr txBox="1"/>
            <p:nvPr/>
          </p:nvSpPr>
          <p:spPr>
            <a:xfrm>
              <a:off x="6486561" y="2156650"/>
              <a:ext cx="281262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dirty="0">
                  <a:solidFill>
                    <a:schemeClr val="dk1"/>
                  </a:solidFill>
                  <a:latin typeface="Poppins ExtraBold"/>
                  <a:cs typeface="Poppins ExtraBold"/>
                  <a:sym typeface="Poppins ExtraBold"/>
                </a:rPr>
                <a:t>3</a:t>
              </a:r>
              <a:endParaRPr dirty="0"/>
            </a:p>
          </p:txBody>
        </p:sp>
      </p:grpSp>
      <p:grpSp>
        <p:nvGrpSpPr>
          <p:cNvPr id="7" name="Groupe 6"/>
          <p:cNvGrpSpPr/>
          <p:nvPr/>
        </p:nvGrpSpPr>
        <p:grpSpPr>
          <a:xfrm>
            <a:off x="6458964" y="1621361"/>
            <a:ext cx="2083975" cy="340810"/>
            <a:chOff x="6458964" y="1621361"/>
            <a:chExt cx="2083975" cy="340810"/>
          </a:xfrm>
        </p:grpSpPr>
        <p:sp>
          <p:nvSpPr>
            <p:cNvPr id="27" name="ZoneTexte 26"/>
            <p:cNvSpPr txBox="1"/>
            <p:nvPr/>
          </p:nvSpPr>
          <p:spPr>
            <a:xfrm>
              <a:off x="6458964" y="1621361"/>
              <a:ext cx="2083975" cy="340810"/>
            </a:xfrm>
            <a:custGeom>
              <a:avLst/>
              <a:gdLst/>
              <a:ahLst/>
              <a:cxnLst/>
              <a:rect l="l" t="t" r="r" b="b"/>
              <a:pathLst>
                <a:path w="2083975" h="340810">
                  <a:moveTo>
                    <a:pt x="1803226" y="145729"/>
                  </a:moveTo>
                  <a:cubicBezTo>
                    <a:pt x="1797918" y="145729"/>
                    <a:pt x="1793001" y="146995"/>
                    <a:pt x="1788477" y="149529"/>
                  </a:cubicBezTo>
                  <a:cubicBezTo>
                    <a:pt x="1783952" y="152063"/>
                    <a:pt x="1780363" y="155833"/>
                    <a:pt x="1777709" y="160840"/>
                  </a:cubicBezTo>
                  <a:cubicBezTo>
                    <a:pt x="1775054" y="165847"/>
                    <a:pt x="1773727" y="171970"/>
                    <a:pt x="1773727" y="179209"/>
                  </a:cubicBezTo>
                  <a:cubicBezTo>
                    <a:pt x="1773727" y="189947"/>
                    <a:pt x="1776472" y="198242"/>
                    <a:pt x="1781962" y="204093"/>
                  </a:cubicBezTo>
                  <a:cubicBezTo>
                    <a:pt x="1787451" y="209945"/>
                    <a:pt x="1794358" y="212870"/>
                    <a:pt x="1802683" y="212870"/>
                  </a:cubicBezTo>
                  <a:cubicBezTo>
                    <a:pt x="1807992" y="212870"/>
                    <a:pt x="1812969" y="211603"/>
                    <a:pt x="1817614" y="209070"/>
                  </a:cubicBezTo>
                  <a:cubicBezTo>
                    <a:pt x="1822259" y="206536"/>
                    <a:pt x="1826029" y="202736"/>
                    <a:pt x="1828925" y="197668"/>
                  </a:cubicBezTo>
                  <a:cubicBezTo>
                    <a:pt x="1831820" y="192601"/>
                    <a:pt x="1833268" y="186448"/>
                    <a:pt x="1833268" y="179209"/>
                  </a:cubicBezTo>
                  <a:cubicBezTo>
                    <a:pt x="1833268" y="171970"/>
                    <a:pt x="1831881" y="165847"/>
                    <a:pt x="1829106" y="160840"/>
                  </a:cubicBezTo>
                  <a:cubicBezTo>
                    <a:pt x="1826331" y="155833"/>
                    <a:pt x="1822651" y="152063"/>
                    <a:pt x="1818066" y="149529"/>
                  </a:cubicBezTo>
                  <a:cubicBezTo>
                    <a:pt x="1813481" y="146995"/>
                    <a:pt x="1808535" y="145729"/>
                    <a:pt x="1803226" y="145729"/>
                  </a:cubicBezTo>
                  <a:close/>
                  <a:moveTo>
                    <a:pt x="1619784" y="145729"/>
                  </a:moveTo>
                  <a:cubicBezTo>
                    <a:pt x="1614596" y="145729"/>
                    <a:pt x="1609680" y="147056"/>
                    <a:pt x="1605035" y="149710"/>
                  </a:cubicBezTo>
                  <a:cubicBezTo>
                    <a:pt x="1600390" y="152364"/>
                    <a:pt x="1596650" y="156225"/>
                    <a:pt x="1593814" y="161292"/>
                  </a:cubicBezTo>
                  <a:cubicBezTo>
                    <a:pt x="1590979" y="166360"/>
                    <a:pt x="1589561" y="172332"/>
                    <a:pt x="1589561" y="179209"/>
                  </a:cubicBezTo>
                  <a:cubicBezTo>
                    <a:pt x="1589561" y="186086"/>
                    <a:pt x="1590979" y="192088"/>
                    <a:pt x="1593814" y="197216"/>
                  </a:cubicBezTo>
                  <a:cubicBezTo>
                    <a:pt x="1596650" y="202344"/>
                    <a:pt x="1600390" y="206235"/>
                    <a:pt x="1605035" y="208889"/>
                  </a:cubicBezTo>
                  <a:cubicBezTo>
                    <a:pt x="1609680" y="211543"/>
                    <a:pt x="1614596" y="212870"/>
                    <a:pt x="1619784" y="212870"/>
                  </a:cubicBezTo>
                  <a:cubicBezTo>
                    <a:pt x="1625093" y="212870"/>
                    <a:pt x="1630070" y="211513"/>
                    <a:pt x="1634715" y="208798"/>
                  </a:cubicBezTo>
                  <a:cubicBezTo>
                    <a:pt x="1639360" y="206084"/>
                    <a:pt x="1643100" y="202132"/>
                    <a:pt x="1645935" y="196945"/>
                  </a:cubicBezTo>
                  <a:cubicBezTo>
                    <a:pt x="1648770" y="191757"/>
                    <a:pt x="1650188" y="185724"/>
                    <a:pt x="1650188" y="178847"/>
                  </a:cubicBezTo>
                  <a:cubicBezTo>
                    <a:pt x="1650188" y="171970"/>
                    <a:pt x="1648770" y="166028"/>
                    <a:pt x="1645935" y="161021"/>
                  </a:cubicBezTo>
                  <a:cubicBezTo>
                    <a:pt x="1643100" y="156014"/>
                    <a:pt x="1639360" y="152214"/>
                    <a:pt x="1634715" y="149620"/>
                  </a:cubicBezTo>
                  <a:cubicBezTo>
                    <a:pt x="1630070" y="147026"/>
                    <a:pt x="1625093" y="145729"/>
                    <a:pt x="1619784" y="145729"/>
                  </a:cubicBezTo>
                  <a:close/>
                  <a:moveTo>
                    <a:pt x="1337225" y="145729"/>
                  </a:moveTo>
                  <a:cubicBezTo>
                    <a:pt x="1331917" y="145729"/>
                    <a:pt x="1326970" y="147026"/>
                    <a:pt x="1322385" y="149620"/>
                  </a:cubicBezTo>
                  <a:cubicBezTo>
                    <a:pt x="1317801" y="152214"/>
                    <a:pt x="1314091" y="156014"/>
                    <a:pt x="1311255" y="161021"/>
                  </a:cubicBezTo>
                  <a:cubicBezTo>
                    <a:pt x="1308420" y="166028"/>
                    <a:pt x="1307002" y="171970"/>
                    <a:pt x="1307002" y="178847"/>
                  </a:cubicBezTo>
                  <a:cubicBezTo>
                    <a:pt x="1307002" y="185724"/>
                    <a:pt x="1308420" y="191757"/>
                    <a:pt x="1311255" y="196945"/>
                  </a:cubicBezTo>
                  <a:cubicBezTo>
                    <a:pt x="1314091" y="202132"/>
                    <a:pt x="1317831" y="206084"/>
                    <a:pt x="1322476" y="208798"/>
                  </a:cubicBezTo>
                  <a:cubicBezTo>
                    <a:pt x="1327121" y="211513"/>
                    <a:pt x="1332037" y="212870"/>
                    <a:pt x="1337225" y="212870"/>
                  </a:cubicBezTo>
                  <a:cubicBezTo>
                    <a:pt x="1342534" y="212870"/>
                    <a:pt x="1347480" y="211543"/>
                    <a:pt x="1352065" y="208889"/>
                  </a:cubicBezTo>
                  <a:cubicBezTo>
                    <a:pt x="1356650" y="206235"/>
                    <a:pt x="1360360" y="202344"/>
                    <a:pt x="1363195" y="197216"/>
                  </a:cubicBezTo>
                  <a:cubicBezTo>
                    <a:pt x="1366030" y="192088"/>
                    <a:pt x="1367448" y="186086"/>
                    <a:pt x="1367448" y="179209"/>
                  </a:cubicBezTo>
                  <a:cubicBezTo>
                    <a:pt x="1367448" y="172332"/>
                    <a:pt x="1366030" y="166360"/>
                    <a:pt x="1363195" y="161292"/>
                  </a:cubicBezTo>
                  <a:cubicBezTo>
                    <a:pt x="1360360" y="156225"/>
                    <a:pt x="1356650" y="152364"/>
                    <a:pt x="1352065" y="149710"/>
                  </a:cubicBezTo>
                  <a:cubicBezTo>
                    <a:pt x="1347480" y="147056"/>
                    <a:pt x="1342534" y="145729"/>
                    <a:pt x="1337225" y="145729"/>
                  </a:cubicBezTo>
                  <a:close/>
                  <a:moveTo>
                    <a:pt x="622126" y="145729"/>
                  </a:moveTo>
                  <a:cubicBezTo>
                    <a:pt x="616818" y="145729"/>
                    <a:pt x="611901" y="146995"/>
                    <a:pt x="607377" y="149529"/>
                  </a:cubicBezTo>
                  <a:cubicBezTo>
                    <a:pt x="602852" y="152063"/>
                    <a:pt x="599263" y="155833"/>
                    <a:pt x="596609" y="160840"/>
                  </a:cubicBezTo>
                  <a:cubicBezTo>
                    <a:pt x="593955" y="165847"/>
                    <a:pt x="592627" y="171970"/>
                    <a:pt x="592627" y="179209"/>
                  </a:cubicBezTo>
                  <a:cubicBezTo>
                    <a:pt x="592627" y="189947"/>
                    <a:pt x="595372" y="198242"/>
                    <a:pt x="600862" y="204093"/>
                  </a:cubicBezTo>
                  <a:cubicBezTo>
                    <a:pt x="606351" y="209945"/>
                    <a:pt x="613259" y="212870"/>
                    <a:pt x="621583" y="212870"/>
                  </a:cubicBezTo>
                  <a:cubicBezTo>
                    <a:pt x="626892" y="212870"/>
                    <a:pt x="631869" y="211603"/>
                    <a:pt x="636514" y="209070"/>
                  </a:cubicBezTo>
                  <a:cubicBezTo>
                    <a:pt x="641159" y="206536"/>
                    <a:pt x="644929" y="202736"/>
                    <a:pt x="647825" y="197668"/>
                  </a:cubicBezTo>
                  <a:cubicBezTo>
                    <a:pt x="650720" y="192601"/>
                    <a:pt x="652168" y="186448"/>
                    <a:pt x="652168" y="179209"/>
                  </a:cubicBezTo>
                  <a:cubicBezTo>
                    <a:pt x="652168" y="171970"/>
                    <a:pt x="650781" y="165847"/>
                    <a:pt x="648006" y="160840"/>
                  </a:cubicBezTo>
                  <a:cubicBezTo>
                    <a:pt x="645231" y="155833"/>
                    <a:pt x="641551" y="152063"/>
                    <a:pt x="636966" y="149529"/>
                  </a:cubicBezTo>
                  <a:cubicBezTo>
                    <a:pt x="632382" y="146995"/>
                    <a:pt x="627435" y="145729"/>
                    <a:pt x="622126" y="145729"/>
                  </a:cubicBezTo>
                  <a:close/>
                  <a:moveTo>
                    <a:pt x="1963341" y="145186"/>
                  </a:moveTo>
                  <a:cubicBezTo>
                    <a:pt x="1956223" y="145186"/>
                    <a:pt x="1950130" y="147448"/>
                    <a:pt x="1945063" y="151972"/>
                  </a:cubicBezTo>
                  <a:cubicBezTo>
                    <a:pt x="1939995" y="156497"/>
                    <a:pt x="1936979" y="162620"/>
                    <a:pt x="1936014" y="170341"/>
                  </a:cubicBezTo>
                  <a:lnTo>
                    <a:pt x="1991211" y="170341"/>
                  </a:lnTo>
                  <a:cubicBezTo>
                    <a:pt x="1991091" y="162740"/>
                    <a:pt x="1988376" y="156647"/>
                    <a:pt x="1983068" y="152063"/>
                  </a:cubicBezTo>
                  <a:cubicBezTo>
                    <a:pt x="1977759" y="147478"/>
                    <a:pt x="1971183" y="145186"/>
                    <a:pt x="1963341" y="145186"/>
                  </a:cubicBezTo>
                  <a:close/>
                  <a:moveTo>
                    <a:pt x="1182292" y="145186"/>
                  </a:moveTo>
                  <a:cubicBezTo>
                    <a:pt x="1175173" y="145186"/>
                    <a:pt x="1169080" y="147448"/>
                    <a:pt x="1164013" y="151972"/>
                  </a:cubicBezTo>
                  <a:cubicBezTo>
                    <a:pt x="1158946" y="156497"/>
                    <a:pt x="1155930" y="162620"/>
                    <a:pt x="1154964" y="170341"/>
                  </a:cubicBezTo>
                  <a:lnTo>
                    <a:pt x="1210162" y="170341"/>
                  </a:lnTo>
                  <a:cubicBezTo>
                    <a:pt x="1210041" y="162740"/>
                    <a:pt x="1207326" y="156647"/>
                    <a:pt x="1202018" y="152063"/>
                  </a:cubicBezTo>
                  <a:cubicBezTo>
                    <a:pt x="1196709" y="147478"/>
                    <a:pt x="1190134" y="145186"/>
                    <a:pt x="1182292" y="145186"/>
                  </a:cubicBezTo>
                  <a:close/>
                  <a:moveTo>
                    <a:pt x="915592" y="145186"/>
                  </a:moveTo>
                  <a:cubicBezTo>
                    <a:pt x="908473" y="145186"/>
                    <a:pt x="902380" y="147448"/>
                    <a:pt x="897313" y="151972"/>
                  </a:cubicBezTo>
                  <a:cubicBezTo>
                    <a:pt x="892246" y="156497"/>
                    <a:pt x="889230" y="162620"/>
                    <a:pt x="888264" y="170341"/>
                  </a:cubicBezTo>
                  <a:lnTo>
                    <a:pt x="943462" y="170341"/>
                  </a:lnTo>
                  <a:cubicBezTo>
                    <a:pt x="943341" y="162740"/>
                    <a:pt x="940626" y="156647"/>
                    <a:pt x="935318" y="152063"/>
                  </a:cubicBezTo>
                  <a:cubicBezTo>
                    <a:pt x="930009" y="147478"/>
                    <a:pt x="923434" y="145186"/>
                    <a:pt x="915592" y="145186"/>
                  </a:cubicBezTo>
                  <a:close/>
                  <a:moveTo>
                    <a:pt x="1873730" y="129441"/>
                  </a:moveTo>
                  <a:lnTo>
                    <a:pt x="1894361" y="129441"/>
                  </a:lnTo>
                  <a:lnTo>
                    <a:pt x="1894361" y="248703"/>
                  </a:lnTo>
                  <a:cubicBezTo>
                    <a:pt x="1894361" y="258476"/>
                    <a:pt x="1891918" y="265564"/>
                    <a:pt x="1887032" y="269968"/>
                  </a:cubicBezTo>
                  <a:cubicBezTo>
                    <a:pt x="1882146" y="274372"/>
                    <a:pt x="1875057" y="276574"/>
                    <a:pt x="1865767" y="276574"/>
                  </a:cubicBezTo>
                  <a:lnTo>
                    <a:pt x="1855090" y="276574"/>
                  </a:lnTo>
                  <a:lnTo>
                    <a:pt x="1855090" y="259200"/>
                  </a:lnTo>
                  <a:lnTo>
                    <a:pt x="1862148" y="259200"/>
                  </a:lnTo>
                  <a:cubicBezTo>
                    <a:pt x="1866371" y="259200"/>
                    <a:pt x="1869357" y="258386"/>
                    <a:pt x="1871106" y="256757"/>
                  </a:cubicBezTo>
                  <a:cubicBezTo>
                    <a:pt x="1872855" y="255128"/>
                    <a:pt x="1873730" y="252444"/>
                    <a:pt x="1873730" y="248703"/>
                  </a:cubicBezTo>
                  <a:close/>
                  <a:moveTo>
                    <a:pt x="1415625" y="129441"/>
                  </a:moveTo>
                  <a:lnTo>
                    <a:pt x="1436076" y="129441"/>
                  </a:lnTo>
                  <a:lnTo>
                    <a:pt x="1436076" y="185000"/>
                  </a:lnTo>
                  <a:cubicBezTo>
                    <a:pt x="1436076" y="193928"/>
                    <a:pt x="1438308" y="200775"/>
                    <a:pt x="1442772" y="205541"/>
                  </a:cubicBezTo>
                  <a:cubicBezTo>
                    <a:pt x="1447236" y="210307"/>
                    <a:pt x="1453329" y="212689"/>
                    <a:pt x="1461050" y="212689"/>
                  </a:cubicBezTo>
                  <a:cubicBezTo>
                    <a:pt x="1468772" y="212689"/>
                    <a:pt x="1474895" y="210307"/>
                    <a:pt x="1479419" y="205541"/>
                  </a:cubicBezTo>
                  <a:cubicBezTo>
                    <a:pt x="1483944" y="200775"/>
                    <a:pt x="1486206" y="193928"/>
                    <a:pt x="1486206" y="185000"/>
                  </a:cubicBezTo>
                  <a:lnTo>
                    <a:pt x="1486206" y="129441"/>
                  </a:lnTo>
                  <a:lnTo>
                    <a:pt x="1506837" y="129441"/>
                  </a:lnTo>
                  <a:lnTo>
                    <a:pt x="1506837" y="229158"/>
                  </a:lnTo>
                  <a:lnTo>
                    <a:pt x="1486206" y="229158"/>
                  </a:lnTo>
                  <a:lnTo>
                    <a:pt x="1486206" y="217395"/>
                  </a:lnTo>
                  <a:cubicBezTo>
                    <a:pt x="1482948" y="221497"/>
                    <a:pt x="1478695" y="224724"/>
                    <a:pt x="1473447" y="227077"/>
                  </a:cubicBezTo>
                  <a:cubicBezTo>
                    <a:pt x="1468199" y="229430"/>
                    <a:pt x="1462619" y="230606"/>
                    <a:pt x="1456707" y="230606"/>
                  </a:cubicBezTo>
                  <a:cubicBezTo>
                    <a:pt x="1448865" y="230606"/>
                    <a:pt x="1441837" y="228977"/>
                    <a:pt x="1435623" y="225720"/>
                  </a:cubicBezTo>
                  <a:cubicBezTo>
                    <a:pt x="1429410" y="222462"/>
                    <a:pt x="1424523" y="217636"/>
                    <a:pt x="1420964" y="211242"/>
                  </a:cubicBezTo>
                  <a:cubicBezTo>
                    <a:pt x="1417405" y="204847"/>
                    <a:pt x="1415625" y="197125"/>
                    <a:pt x="1415625" y="188077"/>
                  </a:cubicBezTo>
                  <a:close/>
                  <a:moveTo>
                    <a:pt x="976142" y="129441"/>
                  </a:moveTo>
                  <a:lnTo>
                    <a:pt x="999488" y="129441"/>
                  </a:lnTo>
                  <a:lnTo>
                    <a:pt x="1021024" y="163283"/>
                  </a:lnTo>
                  <a:lnTo>
                    <a:pt x="1041293" y="129441"/>
                  </a:lnTo>
                  <a:lnTo>
                    <a:pt x="1062829" y="129441"/>
                  </a:lnTo>
                  <a:lnTo>
                    <a:pt x="1030615" y="178666"/>
                  </a:lnTo>
                  <a:lnTo>
                    <a:pt x="1062829" y="229158"/>
                  </a:lnTo>
                  <a:lnTo>
                    <a:pt x="1039483" y="229158"/>
                  </a:lnTo>
                  <a:lnTo>
                    <a:pt x="1017947" y="195316"/>
                  </a:lnTo>
                  <a:lnTo>
                    <a:pt x="997678" y="229158"/>
                  </a:lnTo>
                  <a:lnTo>
                    <a:pt x="976142" y="229158"/>
                  </a:lnTo>
                  <a:lnTo>
                    <a:pt x="1008356" y="180114"/>
                  </a:lnTo>
                  <a:close/>
                  <a:moveTo>
                    <a:pt x="1964246" y="127812"/>
                  </a:moveTo>
                  <a:cubicBezTo>
                    <a:pt x="1973657" y="127812"/>
                    <a:pt x="1982042" y="129863"/>
                    <a:pt x="1989402" y="133965"/>
                  </a:cubicBezTo>
                  <a:cubicBezTo>
                    <a:pt x="1996761" y="138067"/>
                    <a:pt x="2002492" y="143828"/>
                    <a:pt x="2006594" y="151248"/>
                  </a:cubicBezTo>
                  <a:cubicBezTo>
                    <a:pt x="2010697" y="158668"/>
                    <a:pt x="2012747" y="167204"/>
                    <a:pt x="2012747" y="176856"/>
                  </a:cubicBezTo>
                  <a:cubicBezTo>
                    <a:pt x="2012747" y="180596"/>
                    <a:pt x="2012506" y="183975"/>
                    <a:pt x="2012023" y="186991"/>
                  </a:cubicBezTo>
                  <a:lnTo>
                    <a:pt x="1935833" y="186991"/>
                  </a:lnTo>
                  <a:cubicBezTo>
                    <a:pt x="1936436" y="194954"/>
                    <a:pt x="1939392" y="201348"/>
                    <a:pt x="1944701" y="206174"/>
                  </a:cubicBezTo>
                  <a:cubicBezTo>
                    <a:pt x="1950009" y="211000"/>
                    <a:pt x="1956525" y="213413"/>
                    <a:pt x="1964246" y="213413"/>
                  </a:cubicBezTo>
                  <a:cubicBezTo>
                    <a:pt x="1975346" y="213413"/>
                    <a:pt x="1983188" y="208768"/>
                    <a:pt x="1987773" y="199478"/>
                  </a:cubicBezTo>
                  <a:lnTo>
                    <a:pt x="2010033" y="199478"/>
                  </a:lnTo>
                  <a:cubicBezTo>
                    <a:pt x="2007017" y="208648"/>
                    <a:pt x="2001557" y="216158"/>
                    <a:pt x="1993655" y="222010"/>
                  </a:cubicBezTo>
                  <a:cubicBezTo>
                    <a:pt x="1985752" y="227861"/>
                    <a:pt x="1975949" y="230787"/>
                    <a:pt x="1964246" y="230787"/>
                  </a:cubicBezTo>
                  <a:cubicBezTo>
                    <a:pt x="1954715" y="230787"/>
                    <a:pt x="1946179" y="228645"/>
                    <a:pt x="1938638" y="224362"/>
                  </a:cubicBezTo>
                  <a:cubicBezTo>
                    <a:pt x="1931097" y="220079"/>
                    <a:pt x="1925186" y="214047"/>
                    <a:pt x="1920903" y="206265"/>
                  </a:cubicBezTo>
                  <a:cubicBezTo>
                    <a:pt x="1916620" y="198483"/>
                    <a:pt x="1914478" y="189464"/>
                    <a:pt x="1914478" y="179209"/>
                  </a:cubicBezTo>
                  <a:cubicBezTo>
                    <a:pt x="1914478" y="168954"/>
                    <a:pt x="1916559" y="159935"/>
                    <a:pt x="1920722" y="152153"/>
                  </a:cubicBezTo>
                  <a:cubicBezTo>
                    <a:pt x="1924884" y="144371"/>
                    <a:pt x="1930735" y="138369"/>
                    <a:pt x="1938276" y="134146"/>
                  </a:cubicBezTo>
                  <a:cubicBezTo>
                    <a:pt x="1945817" y="129923"/>
                    <a:pt x="1954474" y="127812"/>
                    <a:pt x="1964246" y="127812"/>
                  </a:cubicBezTo>
                  <a:close/>
                  <a:moveTo>
                    <a:pt x="1803588" y="127812"/>
                  </a:moveTo>
                  <a:cubicBezTo>
                    <a:pt x="1813119" y="127812"/>
                    <a:pt x="1821746" y="129923"/>
                    <a:pt x="1829468" y="134146"/>
                  </a:cubicBezTo>
                  <a:cubicBezTo>
                    <a:pt x="1837189" y="138369"/>
                    <a:pt x="1843282" y="144401"/>
                    <a:pt x="1847746" y="152244"/>
                  </a:cubicBezTo>
                  <a:cubicBezTo>
                    <a:pt x="1852210" y="160086"/>
                    <a:pt x="1854442" y="169074"/>
                    <a:pt x="1854442" y="179209"/>
                  </a:cubicBezTo>
                  <a:cubicBezTo>
                    <a:pt x="1854442" y="189344"/>
                    <a:pt x="1852150" y="198332"/>
                    <a:pt x="1847565" y="206174"/>
                  </a:cubicBezTo>
                  <a:cubicBezTo>
                    <a:pt x="1842980" y="214016"/>
                    <a:pt x="1836737" y="220079"/>
                    <a:pt x="1828834" y="224362"/>
                  </a:cubicBezTo>
                  <a:cubicBezTo>
                    <a:pt x="1820932" y="228645"/>
                    <a:pt x="1812215" y="230787"/>
                    <a:pt x="1802683" y="230787"/>
                  </a:cubicBezTo>
                  <a:cubicBezTo>
                    <a:pt x="1793273" y="230787"/>
                    <a:pt x="1784767" y="228645"/>
                    <a:pt x="1777166" y="224362"/>
                  </a:cubicBezTo>
                  <a:cubicBezTo>
                    <a:pt x="1769565" y="220079"/>
                    <a:pt x="1763593" y="214047"/>
                    <a:pt x="1759249" y="206265"/>
                  </a:cubicBezTo>
                  <a:cubicBezTo>
                    <a:pt x="1754906" y="198483"/>
                    <a:pt x="1752734" y="189464"/>
                    <a:pt x="1752734" y="179209"/>
                  </a:cubicBezTo>
                  <a:cubicBezTo>
                    <a:pt x="1752734" y="169074"/>
                    <a:pt x="1754966" y="160086"/>
                    <a:pt x="1759430" y="152244"/>
                  </a:cubicBezTo>
                  <a:cubicBezTo>
                    <a:pt x="1763894" y="144401"/>
                    <a:pt x="1769987" y="138369"/>
                    <a:pt x="1777709" y="134146"/>
                  </a:cubicBezTo>
                  <a:cubicBezTo>
                    <a:pt x="1785430" y="129923"/>
                    <a:pt x="1794057" y="127812"/>
                    <a:pt x="1803588" y="127812"/>
                  </a:cubicBezTo>
                  <a:close/>
                  <a:moveTo>
                    <a:pt x="1743247" y="127812"/>
                  </a:moveTo>
                  <a:lnTo>
                    <a:pt x="1743247" y="149167"/>
                  </a:lnTo>
                  <a:lnTo>
                    <a:pt x="1737999" y="149167"/>
                  </a:lnTo>
                  <a:cubicBezTo>
                    <a:pt x="1729915" y="149167"/>
                    <a:pt x="1723792" y="151218"/>
                    <a:pt x="1719630" y="155320"/>
                  </a:cubicBezTo>
                  <a:cubicBezTo>
                    <a:pt x="1715468" y="159422"/>
                    <a:pt x="1713386" y="166541"/>
                    <a:pt x="1713386" y="176675"/>
                  </a:cubicBezTo>
                  <a:lnTo>
                    <a:pt x="1713386" y="229158"/>
                  </a:lnTo>
                  <a:lnTo>
                    <a:pt x="1692755" y="229158"/>
                  </a:lnTo>
                  <a:lnTo>
                    <a:pt x="1692755" y="129441"/>
                  </a:lnTo>
                  <a:lnTo>
                    <a:pt x="1713386" y="129441"/>
                  </a:lnTo>
                  <a:lnTo>
                    <a:pt x="1713386" y="143919"/>
                  </a:lnTo>
                  <a:cubicBezTo>
                    <a:pt x="1716403" y="138852"/>
                    <a:pt x="1720414" y="134900"/>
                    <a:pt x="1725421" y="132065"/>
                  </a:cubicBezTo>
                  <a:cubicBezTo>
                    <a:pt x="1730428" y="129230"/>
                    <a:pt x="1736370" y="127812"/>
                    <a:pt x="1743247" y="127812"/>
                  </a:cubicBezTo>
                  <a:close/>
                  <a:moveTo>
                    <a:pt x="1624309" y="127812"/>
                  </a:moveTo>
                  <a:cubicBezTo>
                    <a:pt x="1632995" y="127812"/>
                    <a:pt x="1640928" y="129954"/>
                    <a:pt x="1648107" y="134237"/>
                  </a:cubicBezTo>
                  <a:cubicBezTo>
                    <a:pt x="1655285" y="138520"/>
                    <a:pt x="1660926" y="144522"/>
                    <a:pt x="1665028" y="152244"/>
                  </a:cubicBezTo>
                  <a:cubicBezTo>
                    <a:pt x="1669130" y="159965"/>
                    <a:pt x="1671181" y="168833"/>
                    <a:pt x="1671181" y="178847"/>
                  </a:cubicBezTo>
                  <a:cubicBezTo>
                    <a:pt x="1671181" y="188861"/>
                    <a:pt x="1669130" y="197819"/>
                    <a:pt x="1665028" y="205722"/>
                  </a:cubicBezTo>
                  <a:cubicBezTo>
                    <a:pt x="1660926" y="213624"/>
                    <a:pt x="1655285" y="219778"/>
                    <a:pt x="1648107" y="224181"/>
                  </a:cubicBezTo>
                  <a:cubicBezTo>
                    <a:pt x="1640928" y="228585"/>
                    <a:pt x="1632995" y="230787"/>
                    <a:pt x="1624309" y="230787"/>
                  </a:cubicBezTo>
                  <a:cubicBezTo>
                    <a:pt x="1616708" y="230787"/>
                    <a:pt x="1609951" y="229249"/>
                    <a:pt x="1604039" y="226172"/>
                  </a:cubicBezTo>
                  <a:cubicBezTo>
                    <a:pt x="1598128" y="223095"/>
                    <a:pt x="1593302" y="219265"/>
                    <a:pt x="1589561" y="214680"/>
                  </a:cubicBezTo>
                  <a:lnTo>
                    <a:pt x="1589561" y="276574"/>
                  </a:lnTo>
                  <a:lnTo>
                    <a:pt x="1568930" y="276574"/>
                  </a:lnTo>
                  <a:lnTo>
                    <a:pt x="1568930" y="129441"/>
                  </a:lnTo>
                  <a:lnTo>
                    <a:pt x="1589561" y="129441"/>
                  </a:lnTo>
                  <a:lnTo>
                    <a:pt x="1589561" y="144100"/>
                  </a:lnTo>
                  <a:cubicBezTo>
                    <a:pt x="1593060" y="139515"/>
                    <a:pt x="1597826" y="135654"/>
                    <a:pt x="1603858" y="132517"/>
                  </a:cubicBezTo>
                  <a:cubicBezTo>
                    <a:pt x="1609891" y="129381"/>
                    <a:pt x="1616708" y="127812"/>
                    <a:pt x="1624309" y="127812"/>
                  </a:cubicBezTo>
                  <a:close/>
                  <a:moveTo>
                    <a:pt x="1183196" y="127812"/>
                  </a:moveTo>
                  <a:cubicBezTo>
                    <a:pt x="1192607" y="127812"/>
                    <a:pt x="1200992" y="129863"/>
                    <a:pt x="1208352" y="133965"/>
                  </a:cubicBezTo>
                  <a:cubicBezTo>
                    <a:pt x="1215712" y="138067"/>
                    <a:pt x="1221443" y="143828"/>
                    <a:pt x="1225545" y="151248"/>
                  </a:cubicBezTo>
                  <a:cubicBezTo>
                    <a:pt x="1229647" y="158668"/>
                    <a:pt x="1231698" y="167204"/>
                    <a:pt x="1231698" y="176856"/>
                  </a:cubicBezTo>
                  <a:cubicBezTo>
                    <a:pt x="1231698" y="180596"/>
                    <a:pt x="1231456" y="183975"/>
                    <a:pt x="1230974" y="186991"/>
                  </a:cubicBezTo>
                  <a:lnTo>
                    <a:pt x="1154783" y="186991"/>
                  </a:lnTo>
                  <a:cubicBezTo>
                    <a:pt x="1155387" y="194954"/>
                    <a:pt x="1158343" y="201348"/>
                    <a:pt x="1163651" y="206174"/>
                  </a:cubicBezTo>
                  <a:cubicBezTo>
                    <a:pt x="1168960" y="211000"/>
                    <a:pt x="1175475" y="213413"/>
                    <a:pt x="1183196" y="213413"/>
                  </a:cubicBezTo>
                  <a:cubicBezTo>
                    <a:pt x="1194296" y="213413"/>
                    <a:pt x="1202139" y="208768"/>
                    <a:pt x="1206723" y="199478"/>
                  </a:cubicBezTo>
                  <a:lnTo>
                    <a:pt x="1228983" y="199478"/>
                  </a:lnTo>
                  <a:cubicBezTo>
                    <a:pt x="1225967" y="208648"/>
                    <a:pt x="1220507" y="216158"/>
                    <a:pt x="1212605" y="222010"/>
                  </a:cubicBezTo>
                  <a:cubicBezTo>
                    <a:pt x="1204702" y="227861"/>
                    <a:pt x="1194899" y="230787"/>
                    <a:pt x="1183196" y="230787"/>
                  </a:cubicBezTo>
                  <a:cubicBezTo>
                    <a:pt x="1173665" y="230787"/>
                    <a:pt x="1165129" y="228645"/>
                    <a:pt x="1157588" y="224362"/>
                  </a:cubicBezTo>
                  <a:cubicBezTo>
                    <a:pt x="1150048" y="220079"/>
                    <a:pt x="1144136" y="214047"/>
                    <a:pt x="1139853" y="206265"/>
                  </a:cubicBezTo>
                  <a:cubicBezTo>
                    <a:pt x="1135570" y="198483"/>
                    <a:pt x="1133428" y="189464"/>
                    <a:pt x="1133428" y="179209"/>
                  </a:cubicBezTo>
                  <a:cubicBezTo>
                    <a:pt x="1133428" y="168954"/>
                    <a:pt x="1135510" y="159935"/>
                    <a:pt x="1139672" y="152153"/>
                  </a:cubicBezTo>
                  <a:cubicBezTo>
                    <a:pt x="1143834" y="144371"/>
                    <a:pt x="1149686" y="138369"/>
                    <a:pt x="1157227" y="134146"/>
                  </a:cubicBezTo>
                  <a:cubicBezTo>
                    <a:pt x="1164767" y="129923"/>
                    <a:pt x="1173424" y="127812"/>
                    <a:pt x="1183196" y="127812"/>
                  </a:cubicBezTo>
                  <a:close/>
                  <a:moveTo>
                    <a:pt x="916496" y="127812"/>
                  </a:moveTo>
                  <a:cubicBezTo>
                    <a:pt x="925907" y="127812"/>
                    <a:pt x="934292" y="129863"/>
                    <a:pt x="941652" y="133965"/>
                  </a:cubicBezTo>
                  <a:cubicBezTo>
                    <a:pt x="949012" y="138067"/>
                    <a:pt x="954743" y="143828"/>
                    <a:pt x="958845" y="151248"/>
                  </a:cubicBezTo>
                  <a:cubicBezTo>
                    <a:pt x="962947" y="158668"/>
                    <a:pt x="964998" y="167204"/>
                    <a:pt x="964998" y="176856"/>
                  </a:cubicBezTo>
                  <a:cubicBezTo>
                    <a:pt x="964998" y="180596"/>
                    <a:pt x="964756" y="183975"/>
                    <a:pt x="964274" y="186991"/>
                  </a:cubicBezTo>
                  <a:lnTo>
                    <a:pt x="888083" y="186991"/>
                  </a:lnTo>
                  <a:cubicBezTo>
                    <a:pt x="888687" y="194954"/>
                    <a:pt x="891643" y="201348"/>
                    <a:pt x="896951" y="206174"/>
                  </a:cubicBezTo>
                  <a:cubicBezTo>
                    <a:pt x="902260" y="211000"/>
                    <a:pt x="908775" y="213413"/>
                    <a:pt x="916496" y="213413"/>
                  </a:cubicBezTo>
                  <a:cubicBezTo>
                    <a:pt x="927596" y="213413"/>
                    <a:pt x="935438" y="208768"/>
                    <a:pt x="940023" y="199478"/>
                  </a:cubicBezTo>
                  <a:lnTo>
                    <a:pt x="962283" y="199478"/>
                  </a:lnTo>
                  <a:cubicBezTo>
                    <a:pt x="959267" y="208648"/>
                    <a:pt x="953807" y="216158"/>
                    <a:pt x="945905" y="222010"/>
                  </a:cubicBezTo>
                  <a:cubicBezTo>
                    <a:pt x="938002" y="227861"/>
                    <a:pt x="928200" y="230787"/>
                    <a:pt x="916496" y="230787"/>
                  </a:cubicBezTo>
                  <a:cubicBezTo>
                    <a:pt x="906965" y="230787"/>
                    <a:pt x="898429" y="228645"/>
                    <a:pt x="890889" y="224362"/>
                  </a:cubicBezTo>
                  <a:cubicBezTo>
                    <a:pt x="883348" y="220079"/>
                    <a:pt x="877436" y="214047"/>
                    <a:pt x="873153" y="206265"/>
                  </a:cubicBezTo>
                  <a:cubicBezTo>
                    <a:pt x="868870" y="198483"/>
                    <a:pt x="866728" y="189464"/>
                    <a:pt x="866728" y="179209"/>
                  </a:cubicBezTo>
                  <a:cubicBezTo>
                    <a:pt x="866728" y="168954"/>
                    <a:pt x="868810" y="159935"/>
                    <a:pt x="872972" y="152153"/>
                  </a:cubicBezTo>
                  <a:cubicBezTo>
                    <a:pt x="877134" y="144371"/>
                    <a:pt x="882986" y="138369"/>
                    <a:pt x="890527" y="134146"/>
                  </a:cubicBezTo>
                  <a:cubicBezTo>
                    <a:pt x="898067" y="129923"/>
                    <a:pt x="906724" y="127812"/>
                    <a:pt x="916496" y="127812"/>
                  </a:cubicBezTo>
                  <a:close/>
                  <a:moveTo>
                    <a:pt x="742941" y="127812"/>
                  </a:moveTo>
                  <a:cubicBezTo>
                    <a:pt x="750784" y="127812"/>
                    <a:pt x="757812" y="129441"/>
                    <a:pt x="764025" y="132698"/>
                  </a:cubicBezTo>
                  <a:cubicBezTo>
                    <a:pt x="770239" y="135956"/>
                    <a:pt x="775095" y="140782"/>
                    <a:pt x="778594" y="147176"/>
                  </a:cubicBezTo>
                  <a:cubicBezTo>
                    <a:pt x="782092" y="153571"/>
                    <a:pt x="783842" y="161292"/>
                    <a:pt x="783842" y="170341"/>
                  </a:cubicBezTo>
                  <a:lnTo>
                    <a:pt x="783842" y="229158"/>
                  </a:lnTo>
                  <a:lnTo>
                    <a:pt x="763392" y="229158"/>
                  </a:lnTo>
                  <a:lnTo>
                    <a:pt x="763392" y="173418"/>
                  </a:lnTo>
                  <a:cubicBezTo>
                    <a:pt x="763392" y="164490"/>
                    <a:pt x="761160" y="157643"/>
                    <a:pt x="756696" y="152877"/>
                  </a:cubicBezTo>
                  <a:cubicBezTo>
                    <a:pt x="752231" y="148111"/>
                    <a:pt x="746139" y="145729"/>
                    <a:pt x="738417" y="145729"/>
                  </a:cubicBezTo>
                  <a:cubicBezTo>
                    <a:pt x="730695" y="145729"/>
                    <a:pt x="724572" y="148111"/>
                    <a:pt x="720048" y="152877"/>
                  </a:cubicBezTo>
                  <a:cubicBezTo>
                    <a:pt x="715524" y="157643"/>
                    <a:pt x="713262" y="164490"/>
                    <a:pt x="713262" y="173418"/>
                  </a:cubicBezTo>
                  <a:lnTo>
                    <a:pt x="713262" y="229158"/>
                  </a:lnTo>
                  <a:lnTo>
                    <a:pt x="692630" y="229158"/>
                  </a:lnTo>
                  <a:lnTo>
                    <a:pt x="692630" y="129441"/>
                  </a:lnTo>
                  <a:lnTo>
                    <a:pt x="713262" y="129441"/>
                  </a:lnTo>
                  <a:lnTo>
                    <a:pt x="713262" y="140842"/>
                  </a:lnTo>
                  <a:cubicBezTo>
                    <a:pt x="716640" y="136740"/>
                    <a:pt x="720953" y="133543"/>
                    <a:pt x="726201" y="131251"/>
                  </a:cubicBezTo>
                  <a:cubicBezTo>
                    <a:pt x="731450" y="128958"/>
                    <a:pt x="737030" y="127812"/>
                    <a:pt x="742941" y="127812"/>
                  </a:cubicBezTo>
                  <a:close/>
                  <a:moveTo>
                    <a:pt x="622488" y="127812"/>
                  </a:moveTo>
                  <a:cubicBezTo>
                    <a:pt x="632020" y="127812"/>
                    <a:pt x="640646" y="129923"/>
                    <a:pt x="648368" y="134146"/>
                  </a:cubicBezTo>
                  <a:cubicBezTo>
                    <a:pt x="656089" y="138369"/>
                    <a:pt x="662182" y="144401"/>
                    <a:pt x="666646" y="152244"/>
                  </a:cubicBezTo>
                  <a:cubicBezTo>
                    <a:pt x="671110" y="160086"/>
                    <a:pt x="673342" y="169074"/>
                    <a:pt x="673342" y="179209"/>
                  </a:cubicBezTo>
                  <a:cubicBezTo>
                    <a:pt x="673342" y="189344"/>
                    <a:pt x="671050" y="198332"/>
                    <a:pt x="666465" y="206174"/>
                  </a:cubicBezTo>
                  <a:cubicBezTo>
                    <a:pt x="661881" y="214016"/>
                    <a:pt x="655637" y="220079"/>
                    <a:pt x="647734" y="224362"/>
                  </a:cubicBezTo>
                  <a:cubicBezTo>
                    <a:pt x="639832" y="228645"/>
                    <a:pt x="631115" y="230787"/>
                    <a:pt x="621583" y="230787"/>
                  </a:cubicBezTo>
                  <a:cubicBezTo>
                    <a:pt x="612173" y="230787"/>
                    <a:pt x="603667" y="228645"/>
                    <a:pt x="596066" y="224362"/>
                  </a:cubicBezTo>
                  <a:cubicBezTo>
                    <a:pt x="588465" y="220079"/>
                    <a:pt x="582493" y="214047"/>
                    <a:pt x="578149" y="206265"/>
                  </a:cubicBezTo>
                  <a:cubicBezTo>
                    <a:pt x="573806" y="198483"/>
                    <a:pt x="571634" y="189464"/>
                    <a:pt x="571634" y="179209"/>
                  </a:cubicBezTo>
                  <a:cubicBezTo>
                    <a:pt x="571634" y="169074"/>
                    <a:pt x="573866" y="160086"/>
                    <a:pt x="578330" y="152244"/>
                  </a:cubicBezTo>
                  <a:cubicBezTo>
                    <a:pt x="582794" y="144401"/>
                    <a:pt x="588887" y="138369"/>
                    <a:pt x="596609" y="134146"/>
                  </a:cubicBezTo>
                  <a:cubicBezTo>
                    <a:pt x="604330" y="129923"/>
                    <a:pt x="612957" y="127812"/>
                    <a:pt x="622488" y="127812"/>
                  </a:cubicBezTo>
                  <a:close/>
                  <a:moveTo>
                    <a:pt x="2038913" y="104647"/>
                  </a:moveTo>
                  <a:lnTo>
                    <a:pt x="2059725" y="104647"/>
                  </a:lnTo>
                  <a:lnTo>
                    <a:pt x="2059725" y="129441"/>
                  </a:lnTo>
                  <a:lnTo>
                    <a:pt x="2083975" y="129441"/>
                  </a:lnTo>
                  <a:lnTo>
                    <a:pt x="2083975" y="146272"/>
                  </a:lnTo>
                  <a:lnTo>
                    <a:pt x="2059725" y="146272"/>
                  </a:lnTo>
                  <a:lnTo>
                    <a:pt x="2059725" y="201469"/>
                  </a:lnTo>
                  <a:cubicBezTo>
                    <a:pt x="2059725" y="205209"/>
                    <a:pt x="2060599" y="207893"/>
                    <a:pt x="2062349" y="209522"/>
                  </a:cubicBezTo>
                  <a:cubicBezTo>
                    <a:pt x="2064098" y="211151"/>
                    <a:pt x="2067084" y="211965"/>
                    <a:pt x="2071307" y="211965"/>
                  </a:cubicBezTo>
                  <a:lnTo>
                    <a:pt x="2083975" y="211965"/>
                  </a:lnTo>
                  <a:lnTo>
                    <a:pt x="2083975" y="229158"/>
                  </a:lnTo>
                  <a:lnTo>
                    <a:pt x="2067688" y="229158"/>
                  </a:lnTo>
                  <a:cubicBezTo>
                    <a:pt x="2058397" y="229158"/>
                    <a:pt x="2051279" y="226986"/>
                    <a:pt x="2046333" y="222643"/>
                  </a:cubicBezTo>
                  <a:cubicBezTo>
                    <a:pt x="2041386" y="218300"/>
                    <a:pt x="2038913" y="211242"/>
                    <a:pt x="2038913" y="201469"/>
                  </a:cubicBezTo>
                  <a:lnTo>
                    <a:pt x="2038913" y="146272"/>
                  </a:lnTo>
                  <a:lnTo>
                    <a:pt x="2027149" y="146272"/>
                  </a:lnTo>
                  <a:lnTo>
                    <a:pt x="2027149" y="129441"/>
                  </a:lnTo>
                  <a:lnTo>
                    <a:pt x="2038913" y="129441"/>
                  </a:lnTo>
                  <a:close/>
                  <a:moveTo>
                    <a:pt x="1076888" y="104647"/>
                  </a:moveTo>
                  <a:lnTo>
                    <a:pt x="1097700" y="104647"/>
                  </a:lnTo>
                  <a:lnTo>
                    <a:pt x="1097700" y="129441"/>
                  </a:lnTo>
                  <a:lnTo>
                    <a:pt x="1121951" y="129441"/>
                  </a:lnTo>
                  <a:lnTo>
                    <a:pt x="1121951" y="146272"/>
                  </a:lnTo>
                  <a:lnTo>
                    <a:pt x="1097700" y="146272"/>
                  </a:lnTo>
                  <a:lnTo>
                    <a:pt x="1097700" y="201469"/>
                  </a:lnTo>
                  <a:cubicBezTo>
                    <a:pt x="1097700" y="205209"/>
                    <a:pt x="1098575" y="207893"/>
                    <a:pt x="1100324" y="209522"/>
                  </a:cubicBezTo>
                  <a:cubicBezTo>
                    <a:pt x="1102074" y="211151"/>
                    <a:pt x="1105060" y="211965"/>
                    <a:pt x="1109282" y="211965"/>
                  </a:cubicBezTo>
                  <a:lnTo>
                    <a:pt x="1121951" y="211965"/>
                  </a:lnTo>
                  <a:lnTo>
                    <a:pt x="1121951" y="229158"/>
                  </a:lnTo>
                  <a:lnTo>
                    <a:pt x="1105663" y="229158"/>
                  </a:lnTo>
                  <a:cubicBezTo>
                    <a:pt x="1096373" y="229158"/>
                    <a:pt x="1089255" y="226986"/>
                    <a:pt x="1084308" y="222643"/>
                  </a:cubicBezTo>
                  <a:cubicBezTo>
                    <a:pt x="1079361" y="218300"/>
                    <a:pt x="1076888" y="211242"/>
                    <a:pt x="1076888" y="201469"/>
                  </a:cubicBezTo>
                  <a:lnTo>
                    <a:pt x="1076888" y="146272"/>
                  </a:lnTo>
                  <a:lnTo>
                    <a:pt x="1065125" y="146272"/>
                  </a:lnTo>
                  <a:lnTo>
                    <a:pt x="1065125" y="129441"/>
                  </a:lnTo>
                  <a:lnTo>
                    <a:pt x="1076888" y="129441"/>
                  </a:lnTo>
                  <a:close/>
                  <a:moveTo>
                    <a:pt x="810188" y="104647"/>
                  </a:moveTo>
                  <a:lnTo>
                    <a:pt x="831000" y="104647"/>
                  </a:lnTo>
                  <a:lnTo>
                    <a:pt x="831000" y="129441"/>
                  </a:lnTo>
                  <a:lnTo>
                    <a:pt x="855251" y="129441"/>
                  </a:lnTo>
                  <a:lnTo>
                    <a:pt x="855251" y="146272"/>
                  </a:lnTo>
                  <a:lnTo>
                    <a:pt x="831000" y="146272"/>
                  </a:lnTo>
                  <a:lnTo>
                    <a:pt x="831000" y="201469"/>
                  </a:lnTo>
                  <a:cubicBezTo>
                    <a:pt x="831000" y="205209"/>
                    <a:pt x="831875" y="207893"/>
                    <a:pt x="833624" y="209522"/>
                  </a:cubicBezTo>
                  <a:cubicBezTo>
                    <a:pt x="835374" y="211151"/>
                    <a:pt x="838360" y="211965"/>
                    <a:pt x="842582" y="211965"/>
                  </a:cubicBezTo>
                  <a:lnTo>
                    <a:pt x="855251" y="211965"/>
                  </a:lnTo>
                  <a:lnTo>
                    <a:pt x="855251" y="229158"/>
                  </a:lnTo>
                  <a:lnTo>
                    <a:pt x="838963" y="229158"/>
                  </a:lnTo>
                  <a:cubicBezTo>
                    <a:pt x="829673" y="229158"/>
                    <a:pt x="822555" y="226986"/>
                    <a:pt x="817608" y="222643"/>
                  </a:cubicBezTo>
                  <a:cubicBezTo>
                    <a:pt x="812661" y="218300"/>
                    <a:pt x="810188" y="211242"/>
                    <a:pt x="810188" y="201469"/>
                  </a:cubicBezTo>
                  <a:lnTo>
                    <a:pt x="810188" y="146272"/>
                  </a:lnTo>
                  <a:lnTo>
                    <a:pt x="798425" y="146272"/>
                  </a:lnTo>
                  <a:lnTo>
                    <a:pt x="798425" y="129441"/>
                  </a:lnTo>
                  <a:lnTo>
                    <a:pt x="810188" y="129441"/>
                  </a:lnTo>
                  <a:close/>
                  <a:moveTo>
                    <a:pt x="492824" y="101752"/>
                  </a:moveTo>
                  <a:cubicBezTo>
                    <a:pt x="506217" y="101752"/>
                    <a:pt x="518131" y="105039"/>
                    <a:pt x="528567" y="111615"/>
                  </a:cubicBezTo>
                  <a:cubicBezTo>
                    <a:pt x="539003" y="118190"/>
                    <a:pt x="546574" y="127510"/>
                    <a:pt x="551279" y="139575"/>
                  </a:cubicBezTo>
                  <a:lnTo>
                    <a:pt x="526486" y="139575"/>
                  </a:lnTo>
                  <a:cubicBezTo>
                    <a:pt x="523228" y="132940"/>
                    <a:pt x="518704" y="127993"/>
                    <a:pt x="512913" y="124735"/>
                  </a:cubicBezTo>
                  <a:cubicBezTo>
                    <a:pt x="507122" y="121478"/>
                    <a:pt x="500425" y="119849"/>
                    <a:pt x="492824" y="119849"/>
                  </a:cubicBezTo>
                  <a:cubicBezTo>
                    <a:pt x="484500" y="119849"/>
                    <a:pt x="477080" y="121719"/>
                    <a:pt x="470565" y="125459"/>
                  </a:cubicBezTo>
                  <a:cubicBezTo>
                    <a:pt x="464049" y="129200"/>
                    <a:pt x="458952" y="134568"/>
                    <a:pt x="455272" y="141566"/>
                  </a:cubicBezTo>
                  <a:cubicBezTo>
                    <a:pt x="451592" y="148564"/>
                    <a:pt x="449752" y="156708"/>
                    <a:pt x="449752" y="165998"/>
                  </a:cubicBezTo>
                  <a:cubicBezTo>
                    <a:pt x="449752" y="175288"/>
                    <a:pt x="451592" y="183432"/>
                    <a:pt x="455272" y="190429"/>
                  </a:cubicBezTo>
                  <a:cubicBezTo>
                    <a:pt x="458952" y="197427"/>
                    <a:pt x="464049" y="202826"/>
                    <a:pt x="470565" y="206627"/>
                  </a:cubicBezTo>
                  <a:cubicBezTo>
                    <a:pt x="477080" y="210427"/>
                    <a:pt x="484500" y="212327"/>
                    <a:pt x="492824" y="212327"/>
                  </a:cubicBezTo>
                  <a:cubicBezTo>
                    <a:pt x="500425" y="212327"/>
                    <a:pt x="507122" y="210699"/>
                    <a:pt x="512913" y="207441"/>
                  </a:cubicBezTo>
                  <a:cubicBezTo>
                    <a:pt x="518704" y="204184"/>
                    <a:pt x="523228" y="199237"/>
                    <a:pt x="526486" y="192601"/>
                  </a:cubicBezTo>
                  <a:lnTo>
                    <a:pt x="551279" y="192601"/>
                  </a:lnTo>
                  <a:cubicBezTo>
                    <a:pt x="546574" y="204666"/>
                    <a:pt x="539003" y="213956"/>
                    <a:pt x="528567" y="220471"/>
                  </a:cubicBezTo>
                  <a:cubicBezTo>
                    <a:pt x="518131" y="226986"/>
                    <a:pt x="506217" y="230244"/>
                    <a:pt x="492824" y="230244"/>
                  </a:cubicBezTo>
                  <a:cubicBezTo>
                    <a:pt x="481001" y="230244"/>
                    <a:pt x="470203" y="227499"/>
                    <a:pt x="460430" y="222010"/>
                  </a:cubicBezTo>
                  <a:cubicBezTo>
                    <a:pt x="450657" y="216520"/>
                    <a:pt x="442906" y="208889"/>
                    <a:pt x="437175" y="199116"/>
                  </a:cubicBezTo>
                  <a:cubicBezTo>
                    <a:pt x="431444" y="189344"/>
                    <a:pt x="428578" y="178304"/>
                    <a:pt x="428578" y="165998"/>
                  </a:cubicBezTo>
                  <a:cubicBezTo>
                    <a:pt x="428578" y="153692"/>
                    <a:pt x="431444" y="142652"/>
                    <a:pt x="437175" y="132879"/>
                  </a:cubicBezTo>
                  <a:cubicBezTo>
                    <a:pt x="442906" y="123107"/>
                    <a:pt x="450687" y="115476"/>
                    <a:pt x="460520" y="109986"/>
                  </a:cubicBezTo>
                  <a:cubicBezTo>
                    <a:pt x="470353" y="104496"/>
                    <a:pt x="481121" y="101752"/>
                    <a:pt x="492824" y="101752"/>
                  </a:cubicBezTo>
                  <a:close/>
                  <a:moveTo>
                    <a:pt x="1367448" y="95237"/>
                  </a:moveTo>
                  <a:lnTo>
                    <a:pt x="1388260" y="95237"/>
                  </a:lnTo>
                  <a:lnTo>
                    <a:pt x="1388260" y="229158"/>
                  </a:lnTo>
                  <a:lnTo>
                    <a:pt x="1367448" y="229158"/>
                  </a:lnTo>
                  <a:lnTo>
                    <a:pt x="1367448" y="214137"/>
                  </a:lnTo>
                  <a:cubicBezTo>
                    <a:pt x="1364070" y="218963"/>
                    <a:pt x="1359395" y="222945"/>
                    <a:pt x="1353423" y="226081"/>
                  </a:cubicBezTo>
                  <a:cubicBezTo>
                    <a:pt x="1347450" y="229218"/>
                    <a:pt x="1340603" y="230787"/>
                    <a:pt x="1332882" y="230787"/>
                  </a:cubicBezTo>
                  <a:cubicBezTo>
                    <a:pt x="1324195" y="230787"/>
                    <a:pt x="1316262" y="228585"/>
                    <a:pt x="1309084" y="224181"/>
                  </a:cubicBezTo>
                  <a:cubicBezTo>
                    <a:pt x="1301905" y="219778"/>
                    <a:pt x="1296234" y="213624"/>
                    <a:pt x="1292072" y="205722"/>
                  </a:cubicBezTo>
                  <a:cubicBezTo>
                    <a:pt x="1287910" y="197819"/>
                    <a:pt x="1285828" y="188861"/>
                    <a:pt x="1285828" y="178847"/>
                  </a:cubicBezTo>
                  <a:cubicBezTo>
                    <a:pt x="1285828" y="168833"/>
                    <a:pt x="1287910" y="159965"/>
                    <a:pt x="1292072" y="152244"/>
                  </a:cubicBezTo>
                  <a:cubicBezTo>
                    <a:pt x="1296234" y="144522"/>
                    <a:pt x="1301905" y="138520"/>
                    <a:pt x="1309084" y="134237"/>
                  </a:cubicBezTo>
                  <a:cubicBezTo>
                    <a:pt x="1316262" y="129954"/>
                    <a:pt x="1324255" y="127812"/>
                    <a:pt x="1333063" y="127812"/>
                  </a:cubicBezTo>
                  <a:cubicBezTo>
                    <a:pt x="1339578" y="127812"/>
                    <a:pt x="1346002" y="129230"/>
                    <a:pt x="1352337" y="132065"/>
                  </a:cubicBezTo>
                  <a:cubicBezTo>
                    <a:pt x="1358671" y="134900"/>
                    <a:pt x="1363708" y="138671"/>
                    <a:pt x="1367448" y="143376"/>
                  </a:cubicBezTo>
                  <a:close/>
                  <a:moveTo>
                    <a:pt x="1884227" y="89807"/>
                  </a:moveTo>
                  <a:cubicBezTo>
                    <a:pt x="1887846" y="89807"/>
                    <a:pt x="1890923" y="91074"/>
                    <a:pt x="1893457" y="93608"/>
                  </a:cubicBezTo>
                  <a:cubicBezTo>
                    <a:pt x="1895990" y="96141"/>
                    <a:pt x="1897257" y="99278"/>
                    <a:pt x="1897257" y="103018"/>
                  </a:cubicBezTo>
                  <a:cubicBezTo>
                    <a:pt x="1897257" y="106759"/>
                    <a:pt x="1895990" y="109896"/>
                    <a:pt x="1893457" y="112429"/>
                  </a:cubicBezTo>
                  <a:cubicBezTo>
                    <a:pt x="1890923" y="114963"/>
                    <a:pt x="1887846" y="116230"/>
                    <a:pt x="1884227" y="116230"/>
                  </a:cubicBezTo>
                  <a:cubicBezTo>
                    <a:pt x="1880487" y="116230"/>
                    <a:pt x="1877350" y="114963"/>
                    <a:pt x="1874816" y="112429"/>
                  </a:cubicBezTo>
                  <a:cubicBezTo>
                    <a:pt x="1872283" y="109896"/>
                    <a:pt x="1871016" y="106759"/>
                    <a:pt x="1871016" y="103018"/>
                  </a:cubicBezTo>
                  <a:cubicBezTo>
                    <a:pt x="1871016" y="99278"/>
                    <a:pt x="1872283" y="96141"/>
                    <a:pt x="1874816" y="93608"/>
                  </a:cubicBezTo>
                  <a:cubicBezTo>
                    <a:pt x="1877350" y="91074"/>
                    <a:pt x="1880487" y="89807"/>
                    <a:pt x="1884227" y="89807"/>
                  </a:cubicBezTo>
                  <a:close/>
                  <a:moveTo>
                    <a:pt x="168252" y="0"/>
                  </a:moveTo>
                  <a:cubicBezTo>
                    <a:pt x="261175" y="0"/>
                    <a:pt x="336504" y="76293"/>
                    <a:pt x="336504" y="170405"/>
                  </a:cubicBezTo>
                  <a:cubicBezTo>
                    <a:pt x="336504" y="264517"/>
                    <a:pt x="261175" y="340810"/>
                    <a:pt x="168252" y="340810"/>
                  </a:cubicBezTo>
                  <a:cubicBezTo>
                    <a:pt x="75329" y="340810"/>
                    <a:pt x="0" y="264517"/>
                    <a:pt x="0" y="170405"/>
                  </a:cubicBezTo>
                  <a:cubicBezTo>
                    <a:pt x="0" y="76293"/>
                    <a:pt x="75329" y="0"/>
                    <a:pt x="1682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76;p2"/>
            <p:cNvSpPr txBox="1"/>
            <p:nvPr/>
          </p:nvSpPr>
          <p:spPr>
            <a:xfrm>
              <a:off x="6486561" y="1653121"/>
              <a:ext cx="281262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dirty="0">
                  <a:solidFill>
                    <a:schemeClr val="dk1"/>
                  </a:solidFill>
                  <a:latin typeface="Poppins ExtraBold"/>
                  <a:cs typeface="Poppins ExtraBold"/>
                  <a:sym typeface="Poppins ExtraBold"/>
                </a:rPr>
                <a:t>2</a:t>
              </a:r>
              <a:endParaRPr dirty="0"/>
            </a:p>
          </p:txBody>
        </p:sp>
      </p:grpSp>
      <p:grpSp>
        <p:nvGrpSpPr>
          <p:cNvPr id="6" name="Groupe 5"/>
          <p:cNvGrpSpPr/>
          <p:nvPr/>
        </p:nvGrpSpPr>
        <p:grpSpPr>
          <a:xfrm>
            <a:off x="6458963" y="1138153"/>
            <a:ext cx="1581182" cy="340810"/>
            <a:chOff x="6458963" y="1138153"/>
            <a:chExt cx="1581182" cy="340810"/>
          </a:xfrm>
        </p:grpSpPr>
        <p:sp>
          <p:nvSpPr>
            <p:cNvPr id="26" name="ZoneTexte 25"/>
            <p:cNvSpPr txBox="1"/>
            <p:nvPr/>
          </p:nvSpPr>
          <p:spPr>
            <a:xfrm>
              <a:off x="6458963" y="1138153"/>
              <a:ext cx="1581182" cy="340810"/>
            </a:xfrm>
            <a:custGeom>
              <a:avLst/>
              <a:gdLst/>
              <a:ahLst/>
              <a:cxnLst/>
              <a:rect l="l" t="t" r="r" b="b"/>
              <a:pathLst>
                <a:path w="1581182" h="340810">
                  <a:moveTo>
                    <a:pt x="1419466" y="126781"/>
                  </a:moveTo>
                  <a:cubicBezTo>
                    <a:pt x="1414158" y="126781"/>
                    <a:pt x="1409241" y="128047"/>
                    <a:pt x="1404717" y="130581"/>
                  </a:cubicBezTo>
                  <a:cubicBezTo>
                    <a:pt x="1400192" y="133115"/>
                    <a:pt x="1396603" y="136885"/>
                    <a:pt x="1393949" y="141892"/>
                  </a:cubicBezTo>
                  <a:cubicBezTo>
                    <a:pt x="1391295" y="146899"/>
                    <a:pt x="1389967" y="153022"/>
                    <a:pt x="1389967" y="160261"/>
                  </a:cubicBezTo>
                  <a:cubicBezTo>
                    <a:pt x="1389967" y="170999"/>
                    <a:pt x="1392712" y="179294"/>
                    <a:pt x="1398202" y="185145"/>
                  </a:cubicBezTo>
                  <a:cubicBezTo>
                    <a:pt x="1403691" y="190997"/>
                    <a:pt x="1410598" y="193922"/>
                    <a:pt x="1418923" y="193922"/>
                  </a:cubicBezTo>
                  <a:cubicBezTo>
                    <a:pt x="1424232" y="193922"/>
                    <a:pt x="1429209" y="192655"/>
                    <a:pt x="1433854" y="190122"/>
                  </a:cubicBezTo>
                  <a:cubicBezTo>
                    <a:pt x="1438499" y="187588"/>
                    <a:pt x="1442269" y="183788"/>
                    <a:pt x="1445165" y="178720"/>
                  </a:cubicBezTo>
                  <a:cubicBezTo>
                    <a:pt x="1448060" y="173653"/>
                    <a:pt x="1449508" y="167500"/>
                    <a:pt x="1449508" y="160261"/>
                  </a:cubicBezTo>
                  <a:cubicBezTo>
                    <a:pt x="1449508" y="153022"/>
                    <a:pt x="1448121" y="146899"/>
                    <a:pt x="1445346" y="141892"/>
                  </a:cubicBezTo>
                  <a:cubicBezTo>
                    <a:pt x="1442571" y="136885"/>
                    <a:pt x="1438891" y="133115"/>
                    <a:pt x="1434306" y="130581"/>
                  </a:cubicBezTo>
                  <a:cubicBezTo>
                    <a:pt x="1429722" y="128047"/>
                    <a:pt x="1424775" y="126781"/>
                    <a:pt x="1419466" y="126781"/>
                  </a:cubicBezTo>
                  <a:close/>
                  <a:moveTo>
                    <a:pt x="962990" y="126781"/>
                  </a:moveTo>
                  <a:cubicBezTo>
                    <a:pt x="957682" y="126781"/>
                    <a:pt x="952735" y="128078"/>
                    <a:pt x="948150" y="130672"/>
                  </a:cubicBezTo>
                  <a:cubicBezTo>
                    <a:pt x="943566" y="133266"/>
                    <a:pt x="939856" y="137066"/>
                    <a:pt x="937020" y="142073"/>
                  </a:cubicBezTo>
                  <a:cubicBezTo>
                    <a:pt x="934185" y="147080"/>
                    <a:pt x="932767" y="153022"/>
                    <a:pt x="932767" y="159899"/>
                  </a:cubicBezTo>
                  <a:cubicBezTo>
                    <a:pt x="932767" y="166776"/>
                    <a:pt x="934185" y="172809"/>
                    <a:pt x="937020" y="177997"/>
                  </a:cubicBezTo>
                  <a:cubicBezTo>
                    <a:pt x="939856" y="183184"/>
                    <a:pt x="943596" y="187136"/>
                    <a:pt x="948241" y="189850"/>
                  </a:cubicBezTo>
                  <a:cubicBezTo>
                    <a:pt x="952886" y="192565"/>
                    <a:pt x="957802" y="193922"/>
                    <a:pt x="962990" y="193922"/>
                  </a:cubicBezTo>
                  <a:cubicBezTo>
                    <a:pt x="968299" y="193922"/>
                    <a:pt x="973245" y="192595"/>
                    <a:pt x="977830" y="189941"/>
                  </a:cubicBezTo>
                  <a:cubicBezTo>
                    <a:pt x="982415" y="187287"/>
                    <a:pt x="986125" y="183396"/>
                    <a:pt x="988960" y="178268"/>
                  </a:cubicBezTo>
                  <a:cubicBezTo>
                    <a:pt x="991795" y="173140"/>
                    <a:pt x="993213" y="167138"/>
                    <a:pt x="993213" y="160261"/>
                  </a:cubicBezTo>
                  <a:cubicBezTo>
                    <a:pt x="993213" y="153384"/>
                    <a:pt x="991795" y="147412"/>
                    <a:pt x="988960" y="142344"/>
                  </a:cubicBezTo>
                  <a:cubicBezTo>
                    <a:pt x="986125" y="137277"/>
                    <a:pt x="982415" y="133416"/>
                    <a:pt x="977830" y="130762"/>
                  </a:cubicBezTo>
                  <a:cubicBezTo>
                    <a:pt x="973245" y="128108"/>
                    <a:pt x="968299" y="126781"/>
                    <a:pt x="962990" y="126781"/>
                  </a:cubicBezTo>
                  <a:close/>
                  <a:moveTo>
                    <a:pt x="847966" y="126781"/>
                  </a:moveTo>
                  <a:cubicBezTo>
                    <a:pt x="842658" y="126781"/>
                    <a:pt x="837741" y="128047"/>
                    <a:pt x="833217" y="130581"/>
                  </a:cubicBezTo>
                  <a:cubicBezTo>
                    <a:pt x="828693" y="133115"/>
                    <a:pt x="825103" y="136885"/>
                    <a:pt x="822449" y="141892"/>
                  </a:cubicBezTo>
                  <a:cubicBezTo>
                    <a:pt x="819795" y="146899"/>
                    <a:pt x="818467" y="153022"/>
                    <a:pt x="818467" y="160261"/>
                  </a:cubicBezTo>
                  <a:cubicBezTo>
                    <a:pt x="818467" y="170999"/>
                    <a:pt x="821212" y="179294"/>
                    <a:pt x="826702" y="185145"/>
                  </a:cubicBezTo>
                  <a:cubicBezTo>
                    <a:pt x="832191" y="190997"/>
                    <a:pt x="839099" y="193922"/>
                    <a:pt x="847423" y="193922"/>
                  </a:cubicBezTo>
                  <a:cubicBezTo>
                    <a:pt x="852732" y="193922"/>
                    <a:pt x="857709" y="192655"/>
                    <a:pt x="862354" y="190122"/>
                  </a:cubicBezTo>
                  <a:cubicBezTo>
                    <a:pt x="866999" y="187588"/>
                    <a:pt x="870769" y="183788"/>
                    <a:pt x="873665" y="178720"/>
                  </a:cubicBezTo>
                  <a:cubicBezTo>
                    <a:pt x="876560" y="173653"/>
                    <a:pt x="878008" y="167500"/>
                    <a:pt x="878008" y="160261"/>
                  </a:cubicBezTo>
                  <a:cubicBezTo>
                    <a:pt x="878008" y="153022"/>
                    <a:pt x="876621" y="146899"/>
                    <a:pt x="873846" y="141892"/>
                  </a:cubicBezTo>
                  <a:cubicBezTo>
                    <a:pt x="871071" y="136885"/>
                    <a:pt x="867391" y="133115"/>
                    <a:pt x="862806" y="130581"/>
                  </a:cubicBezTo>
                  <a:cubicBezTo>
                    <a:pt x="858222" y="128047"/>
                    <a:pt x="853275" y="126781"/>
                    <a:pt x="847966" y="126781"/>
                  </a:cubicBezTo>
                  <a:close/>
                  <a:moveTo>
                    <a:pt x="1328045" y="110493"/>
                  </a:moveTo>
                  <a:lnTo>
                    <a:pt x="1348677" y="110493"/>
                  </a:lnTo>
                  <a:lnTo>
                    <a:pt x="1348677" y="210210"/>
                  </a:lnTo>
                  <a:lnTo>
                    <a:pt x="1328045" y="210210"/>
                  </a:lnTo>
                  <a:close/>
                  <a:moveTo>
                    <a:pt x="1041391" y="110493"/>
                  </a:moveTo>
                  <a:lnTo>
                    <a:pt x="1061841" y="110493"/>
                  </a:lnTo>
                  <a:lnTo>
                    <a:pt x="1061841" y="166052"/>
                  </a:lnTo>
                  <a:cubicBezTo>
                    <a:pt x="1061841" y="174980"/>
                    <a:pt x="1064073" y="181827"/>
                    <a:pt x="1068537" y="186593"/>
                  </a:cubicBezTo>
                  <a:cubicBezTo>
                    <a:pt x="1073001" y="191359"/>
                    <a:pt x="1079094" y="193741"/>
                    <a:pt x="1086815" y="193741"/>
                  </a:cubicBezTo>
                  <a:cubicBezTo>
                    <a:pt x="1094537" y="193741"/>
                    <a:pt x="1100660" y="191359"/>
                    <a:pt x="1105184" y="186593"/>
                  </a:cubicBezTo>
                  <a:cubicBezTo>
                    <a:pt x="1109709" y="181827"/>
                    <a:pt x="1111971" y="174980"/>
                    <a:pt x="1111971" y="166052"/>
                  </a:cubicBezTo>
                  <a:lnTo>
                    <a:pt x="1111971" y="110493"/>
                  </a:lnTo>
                  <a:lnTo>
                    <a:pt x="1132602" y="110493"/>
                  </a:lnTo>
                  <a:lnTo>
                    <a:pt x="1132602" y="210210"/>
                  </a:lnTo>
                  <a:lnTo>
                    <a:pt x="1111971" y="210210"/>
                  </a:lnTo>
                  <a:lnTo>
                    <a:pt x="1111971" y="198447"/>
                  </a:lnTo>
                  <a:cubicBezTo>
                    <a:pt x="1108713" y="202549"/>
                    <a:pt x="1104460" y="205776"/>
                    <a:pt x="1099212" y="208129"/>
                  </a:cubicBezTo>
                  <a:cubicBezTo>
                    <a:pt x="1093964" y="210482"/>
                    <a:pt x="1088384" y="211658"/>
                    <a:pt x="1082472" y="211658"/>
                  </a:cubicBezTo>
                  <a:cubicBezTo>
                    <a:pt x="1074630" y="211658"/>
                    <a:pt x="1067602" y="210029"/>
                    <a:pt x="1061388" y="206772"/>
                  </a:cubicBezTo>
                  <a:cubicBezTo>
                    <a:pt x="1055175" y="203514"/>
                    <a:pt x="1050288" y="198688"/>
                    <a:pt x="1046729" y="192294"/>
                  </a:cubicBezTo>
                  <a:cubicBezTo>
                    <a:pt x="1043170" y="185899"/>
                    <a:pt x="1041391" y="178177"/>
                    <a:pt x="1041391" y="169129"/>
                  </a:cubicBezTo>
                  <a:close/>
                  <a:moveTo>
                    <a:pt x="1540281" y="108864"/>
                  </a:moveTo>
                  <a:cubicBezTo>
                    <a:pt x="1548124" y="108864"/>
                    <a:pt x="1555151" y="110493"/>
                    <a:pt x="1561365" y="113750"/>
                  </a:cubicBezTo>
                  <a:cubicBezTo>
                    <a:pt x="1567578" y="117008"/>
                    <a:pt x="1572435" y="121834"/>
                    <a:pt x="1575933" y="128228"/>
                  </a:cubicBezTo>
                  <a:cubicBezTo>
                    <a:pt x="1579432" y="134623"/>
                    <a:pt x="1581182" y="142344"/>
                    <a:pt x="1581182" y="151393"/>
                  </a:cubicBezTo>
                  <a:lnTo>
                    <a:pt x="1581182" y="210210"/>
                  </a:lnTo>
                  <a:lnTo>
                    <a:pt x="1560732" y="210210"/>
                  </a:lnTo>
                  <a:lnTo>
                    <a:pt x="1560732" y="154470"/>
                  </a:lnTo>
                  <a:cubicBezTo>
                    <a:pt x="1560732" y="145542"/>
                    <a:pt x="1558500" y="138695"/>
                    <a:pt x="1554035" y="133929"/>
                  </a:cubicBezTo>
                  <a:cubicBezTo>
                    <a:pt x="1549571" y="129163"/>
                    <a:pt x="1543479" y="126781"/>
                    <a:pt x="1535757" y="126781"/>
                  </a:cubicBezTo>
                  <a:cubicBezTo>
                    <a:pt x="1528035" y="126781"/>
                    <a:pt x="1521912" y="129163"/>
                    <a:pt x="1517388" y="133929"/>
                  </a:cubicBezTo>
                  <a:cubicBezTo>
                    <a:pt x="1512864" y="138695"/>
                    <a:pt x="1510602" y="145542"/>
                    <a:pt x="1510602" y="154470"/>
                  </a:cubicBezTo>
                  <a:lnTo>
                    <a:pt x="1510602" y="210210"/>
                  </a:lnTo>
                  <a:lnTo>
                    <a:pt x="1489970" y="210210"/>
                  </a:lnTo>
                  <a:lnTo>
                    <a:pt x="1489970" y="110493"/>
                  </a:lnTo>
                  <a:lnTo>
                    <a:pt x="1510602" y="110493"/>
                  </a:lnTo>
                  <a:lnTo>
                    <a:pt x="1510602" y="121894"/>
                  </a:lnTo>
                  <a:cubicBezTo>
                    <a:pt x="1513980" y="117792"/>
                    <a:pt x="1518293" y="114595"/>
                    <a:pt x="1523541" y="112303"/>
                  </a:cubicBezTo>
                  <a:cubicBezTo>
                    <a:pt x="1528789" y="110010"/>
                    <a:pt x="1534369" y="108864"/>
                    <a:pt x="1540281" y="108864"/>
                  </a:cubicBezTo>
                  <a:close/>
                  <a:moveTo>
                    <a:pt x="1419828" y="108864"/>
                  </a:moveTo>
                  <a:cubicBezTo>
                    <a:pt x="1429360" y="108864"/>
                    <a:pt x="1437986" y="110975"/>
                    <a:pt x="1445708" y="115198"/>
                  </a:cubicBezTo>
                  <a:cubicBezTo>
                    <a:pt x="1453429" y="119421"/>
                    <a:pt x="1459522" y="125453"/>
                    <a:pt x="1463986" y="133296"/>
                  </a:cubicBezTo>
                  <a:cubicBezTo>
                    <a:pt x="1468450" y="141138"/>
                    <a:pt x="1470682" y="150126"/>
                    <a:pt x="1470682" y="160261"/>
                  </a:cubicBezTo>
                  <a:cubicBezTo>
                    <a:pt x="1470682" y="170396"/>
                    <a:pt x="1468390" y="179384"/>
                    <a:pt x="1463805" y="187226"/>
                  </a:cubicBezTo>
                  <a:cubicBezTo>
                    <a:pt x="1459220" y="195068"/>
                    <a:pt x="1452977" y="201131"/>
                    <a:pt x="1445074" y="205414"/>
                  </a:cubicBezTo>
                  <a:cubicBezTo>
                    <a:pt x="1437172" y="209697"/>
                    <a:pt x="1428455" y="211839"/>
                    <a:pt x="1418923" y="211839"/>
                  </a:cubicBezTo>
                  <a:cubicBezTo>
                    <a:pt x="1409513" y="211839"/>
                    <a:pt x="1401007" y="209697"/>
                    <a:pt x="1393406" y="205414"/>
                  </a:cubicBezTo>
                  <a:cubicBezTo>
                    <a:pt x="1385805" y="201131"/>
                    <a:pt x="1379833" y="195099"/>
                    <a:pt x="1375489" y="187317"/>
                  </a:cubicBezTo>
                  <a:cubicBezTo>
                    <a:pt x="1371146" y="179535"/>
                    <a:pt x="1368974" y="170516"/>
                    <a:pt x="1368974" y="160261"/>
                  </a:cubicBezTo>
                  <a:cubicBezTo>
                    <a:pt x="1368974" y="150126"/>
                    <a:pt x="1371206" y="141138"/>
                    <a:pt x="1375670" y="133296"/>
                  </a:cubicBezTo>
                  <a:cubicBezTo>
                    <a:pt x="1380134" y="125453"/>
                    <a:pt x="1386227" y="119421"/>
                    <a:pt x="1393949" y="115198"/>
                  </a:cubicBezTo>
                  <a:cubicBezTo>
                    <a:pt x="1401670" y="110975"/>
                    <a:pt x="1410297" y="108864"/>
                    <a:pt x="1419828" y="108864"/>
                  </a:cubicBezTo>
                  <a:close/>
                  <a:moveTo>
                    <a:pt x="1198582" y="108864"/>
                  </a:moveTo>
                  <a:cubicBezTo>
                    <a:pt x="1210647" y="108864"/>
                    <a:pt x="1220630" y="111730"/>
                    <a:pt x="1228533" y="117460"/>
                  </a:cubicBezTo>
                  <a:cubicBezTo>
                    <a:pt x="1236436" y="123191"/>
                    <a:pt x="1241774" y="131365"/>
                    <a:pt x="1244549" y="141982"/>
                  </a:cubicBezTo>
                  <a:lnTo>
                    <a:pt x="1222289" y="141982"/>
                  </a:lnTo>
                  <a:cubicBezTo>
                    <a:pt x="1220479" y="137036"/>
                    <a:pt x="1217584" y="133175"/>
                    <a:pt x="1213602" y="130400"/>
                  </a:cubicBezTo>
                  <a:cubicBezTo>
                    <a:pt x="1209621" y="127625"/>
                    <a:pt x="1204614" y="126238"/>
                    <a:pt x="1198582" y="126238"/>
                  </a:cubicBezTo>
                  <a:cubicBezTo>
                    <a:pt x="1190136" y="126238"/>
                    <a:pt x="1183410" y="129224"/>
                    <a:pt x="1178403" y="135196"/>
                  </a:cubicBezTo>
                  <a:cubicBezTo>
                    <a:pt x="1173396" y="141168"/>
                    <a:pt x="1170892" y="149523"/>
                    <a:pt x="1170892" y="160261"/>
                  </a:cubicBezTo>
                  <a:cubicBezTo>
                    <a:pt x="1170892" y="170999"/>
                    <a:pt x="1173396" y="179384"/>
                    <a:pt x="1178403" y="185416"/>
                  </a:cubicBezTo>
                  <a:cubicBezTo>
                    <a:pt x="1183410" y="191449"/>
                    <a:pt x="1190136" y="194465"/>
                    <a:pt x="1198582" y="194465"/>
                  </a:cubicBezTo>
                  <a:cubicBezTo>
                    <a:pt x="1210526" y="194465"/>
                    <a:pt x="1218428" y="189217"/>
                    <a:pt x="1222289" y="178720"/>
                  </a:cubicBezTo>
                  <a:lnTo>
                    <a:pt x="1244549" y="178720"/>
                  </a:lnTo>
                  <a:cubicBezTo>
                    <a:pt x="1241654" y="188855"/>
                    <a:pt x="1236224" y="196908"/>
                    <a:pt x="1228261" y="202881"/>
                  </a:cubicBezTo>
                  <a:cubicBezTo>
                    <a:pt x="1220299" y="208853"/>
                    <a:pt x="1210405" y="211839"/>
                    <a:pt x="1198582" y="211839"/>
                  </a:cubicBezTo>
                  <a:cubicBezTo>
                    <a:pt x="1189050" y="211839"/>
                    <a:pt x="1180605" y="209697"/>
                    <a:pt x="1173245" y="205414"/>
                  </a:cubicBezTo>
                  <a:cubicBezTo>
                    <a:pt x="1165885" y="201131"/>
                    <a:pt x="1160124" y="195099"/>
                    <a:pt x="1155962" y="187317"/>
                  </a:cubicBezTo>
                  <a:cubicBezTo>
                    <a:pt x="1151800" y="179535"/>
                    <a:pt x="1149718" y="170516"/>
                    <a:pt x="1149718" y="160261"/>
                  </a:cubicBezTo>
                  <a:cubicBezTo>
                    <a:pt x="1149718" y="150006"/>
                    <a:pt x="1151800" y="140987"/>
                    <a:pt x="1155962" y="133205"/>
                  </a:cubicBezTo>
                  <a:cubicBezTo>
                    <a:pt x="1160124" y="125423"/>
                    <a:pt x="1165885" y="119421"/>
                    <a:pt x="1173245" y="115198"/>
                  </a:cubicBezTo>
                  <a:cubicBezTo>
                    <a:pt x="1180605" y="110975"/>
                    <a:pt x="1189050" y="108864"/>
                    <a:pt x="1198582" y="108864"/>
                  </a:cubicBezTo>
                  <a:close/>
                  <a:moveTo>
                    <a:pt x="848328" y="108864"/>
                  </a:moveTo>
                  <a:cubicBezTo>
                    <a:pt x="857860" y="108864"/>
                    <a:pt x="866486" y="110975"/>
                    <a:pt x="874208" y="115198"/>
                  </a:cubicBezTo>
                  <a:cubicBezTo>
                    <a:pt x="881929" y="119421"/>
                    <a:pt x="888022" y="125453"/>
                    <a:pt x="892486" y="133296"/>
                  </a:cubicBezTo>
                  <a:cubicBezTo>
                    <a:pt x="896950" y="141138"/>
                    <a:pt x="899182" y="150126"/>
                    <a:pt x="899182" y="160261"/>
                  </a:cubicBezTo>
                  <a:cubicBezTo>
                    <a:pt x="899182" y="170396"/>
                    <a:pt x="896890" y="179384"/>
                    <a:pt x="892305" y="187226"/>
                  </a:cubicBezTo>
                  <a:cubicBezTo>
                    <a:pt x="887721" y="195068"/>
                    <a:pt x="881477" y="201131"/>
                    <a:pt x="873574" y="205414"/>
                  </a:cubicBezTo>
                  <a:cubicBezTo>
                    <a:pt x="865672" y="209697"/>
                    <a:pt x="856955" y="211839"/>
                    <a:pt x="847423" y="211839"/>
                  </a:cubicBezTo>
                  <a:cubicBezTo>
                    <a:pt x="838013" y="211839"/>
                    <a:pt x="829507" y="209697"/>
                    <a:pt x="821906" y="205414"/>
                  </a:cubicBezTo>
                  <a:cubicBezTo>
                    <a:pt x="814305" y="201131"/>
                    <a:pt x="808333" y="195099"/>
                    <a:pt x="803989" y="187317"/>
                  </a:cubicBezTo>
                  <a:cubicBezTo>
                    <a:pt x="799646" y="179535"/>
                    <a:pt x="797474" y="170516"/>
                    <a:pt x="797474" y="160261"/>
                  </a:cubicBezTo>
                  <a:cubicBezTo>
                    <a:pt x="797474" y="150126"/>
                    <a:pt x="799706" y="141138"/>
                    <a:pt x="804170" y="133296"/>
                  </a:cubicBezTo>
                  <a:cubicBezTo>
                    <a:pt x="808634" y="125453"/>
                    <a:pt x="814727" y="119421"/>
                    <a:pt x="822449" y="115198"/>
                  </a:cubicBezTo>
                  <a:cubicBezTo>
                    <a:pt x="830170" y="110975"/>
                    <a:pt x="838797" y="108864"/>
                    <a:pt x="848328" y="108864"/>
                  </a:cubicBezTo>
                  <a:close/>
                  <a:moveTo>
                    <a:pt x="787987" y="108864"/>
                  </a:moveTo>
                  <a:lnTo>
                    <a:pt x="787987" y="130219"/>
                  </a:lnTo>
                  <a:lnTo>
                    <a:pt x="782739" y="130219"/>
                  </a:lnTo>
                  <a:cubicBezTo>
                    <a:pt x="774656" y="130219"/>
                    <a:pt x="768533" y="132270"/>
                    <a:pt x="764370" y="136372"/>
                  </a:cubicBezTo>
                  <a:cubicBezTo>
                    <a:pt x="760208" y="140474"/>
                    <a:pt x="758127" y="147593"/>
                    <a:pt x="758127" y="157727"/>
                  </a:cubicBezTo>
                  <a:lnTo>
                    <a:pt x="758127" y="210210"/>
                  </a:lnTo>
                  <a:lnTo>
                    <a:pt x="737495" y="210210"/>
                  </a:lnTo>
                  <a:lnTo>
                    <a:pt x="737495" y="110493"/>
                  </a:lnTo>
                  <a:lnTo>
                    <a:pt x="758127" y="110493"/>
                  </a:lnTo>
                  <a:lnTo>
                    <a:pt x="758127" y="124971"/>
                  </a:lnTo>
                  <a:cubicBezTo>
                    <a:pt x="761143" y="119904"/>
                    <a:pt x="765154" y="115952"/>
                    <a:pt x="770161" y="113117"/>
                  </a:cubicBezTo>
                  <a:cubicBezTo>
                    <a:pt x="775168" y="110282"/>
                    <a:pt x="781110" y="108864"/>
                    <a:pt x="787987" y="108864"/>
                  </a:cubicBezTo>
                  <a:close/>
                  <a:moveTo>
                    <a:pt x="606831" y="108864"/>
                  </a:moveTo>
                  <a:cubicBezTo>
                    <a:pt x="614674" y="108864"/>
                    <a:pt x="621702" y="110493"/>
                    <a:pt x="627915" y="113750"/>
                  </a:cubicBezTo>
                  <a:cubicBezTo>
                    <a:pt x="634129" y="117008"/>
                    <a:pt x="638985" y="121834"/>
                    <a:pt x="642484" y="128228"/>
                  </a:cubicBezTo>
                  <a:cubicBezTo>
                    <a:pt x="645982" y="134623"/>
                    <a:pt x="647732" y="142344"/>
                    <a:pt x="647732" y="151393"/>
                  </a:cubicBezTo>
                  <a:lnTo>
                    <a:pt x="647732" y="210210"/>
                  </a:lnTo>
                  <a:lnTo>
                    <a:pt x="627282" y="210210"/>
                  </a:lnTo>
                  <a:lnTo>
                    <a:pt x="627282" y="154470"/>
                  </a:lnTo>
                  <a:cubicBezTo>
                    <a:pt x="627282" y="145542"/>
                    <a:pt x="625050" y="138695"/>
                    <a:pt x="620586" y="133929"/>
                  </a:cubicBezTo>
                  <a:cubicBezTo>
                    <a:pt x="616121" y="129163"/>
                    <a:pt x="610029" y="126781"/>
                    <a:pt x="602307" y="126781"/>
                  </a:cubicBezTo>
                  <a:cubicBezTo>
                    <a:pt x="594585" y="126781"/>
                    <a:pt x="588462" y="129163"/>
                    <a:pt x="583938" y="133929"/>
                  </a:cubicBezTo>
                  <a:cubicBezTo>
                    <a:pt x="579414" y="138695"/>
                    <a:pt x="577152" y="145542"/>
                    <a:pt x="577152" y="154470"/>
                  </a:cubicBezTo>
                  <a:lnTo>
                    <a:pt x="577152" y="210210"/>
                  </a:lnTo>
                  <a:lnTo>
                    <a:pt x="556520" y="210210"/>
                  </a:lnTo>
                  <a:lnTo>
                    <a:pt x="556520" y="110493"/>
                  </a:lnTo>
                  <a:lnTo>
                    <a:pt x="577152" y="110493"/>
                  </a:lnTo>
                  <a:lnTo>
                    <a:pt x="577152" y="121894"/>
                  </a:lnTo>
                  <a:cubicBezTo>
                    <a:pt x="580530" y="117792"/>
                    <a:pt x="584843" y="114595"/>
                    <a:pt x="590091" y="112303"/>
                  </a:cubicBezTo>
                  <a:cubicBezTo>
                    <a:pt x="595340" y="110010"/>
                    <a:pt x="600920" y="108864"/>
                    <a:pt x="606831" y="108864"/>
                  </a:cubicBezTo>
                  <a:close/>
                  <a:moveTo>
                    <a:pt x="1264628" y="85699"/>
                  </a:moveTo>
                  <a:lnTo>
                    <a:pt x="1285440" y="85699"/>
                  </a:lnTo>
                  <a:lnTo>
                    <a:pt x="1285440" y="110493"/>
                  </a:lnTo>
                  <a:lnTo>
                    <a:pt x="1309691" y="110493"/>
                  </a:lnTo>
                  <a:lnTo>
                    <a:pt x="1309691" y="127324"/>
                  </a:lnTo>
                  <a:lnTo>
                    <a:pt x="1285440" y="127324"/>
                  </a:lnTo>
                  <a:lnTo>
                    <a:pt x="1285440" y="182521"/>
                  </a:lnTo>
                  <a:cubicBezTo>
                    <a:pt x="1285440" y="186261"/>
                    <a:pt x="1286315" y="188946"/>
                    <a:pt x="1288064" y="190574"/>
                  </a:cubicBezTo>
                  <a:cubicBezTo>
                    <a:pt x="1289814" y="192203"/>
                    <a:pt x="1292800" y="193017"/>
                    <a:pt x="1297022" y="193017"/>
                  </a:cubicBezTo>
                  <a:lnTo>
                    <a:pt x="1309691" y="193017"/>
                  </a:lnTo>
                  <a:lnTo>
                    <a:pt x="1309691" y="210210"/>
                  </a:lnTo>
                  <a:lnTo>
                    <a:pt x="1293403" y="210210"/>
                  </a:lnTo>
                  <a:cubicBezTo>
                    <a:pt x="1284113" y="210210"/>
                    <a:pt x="1276995" y="208038"/>
                    <a:pt x="1272048" y="203695"/>
                  </a:cubicBezTo>
                  <a:cubicBezTo>
                    <a:pt x="1267101" y="199352"/>
                    <a:pt x="1264628" y="192294"/>
                    <a:pt x="1264628" y="182521"/>
                  </a:cubicBezTo>
                  <a:lnTo>
                    <a:pt x="1264628" y="127324"/>
                  </a:lnTo>
                  <a:lnTo>
                    <a:pt x="1252865" y="127324"/>
                  </a:lnTo>
                  <a:lnTo>
                    <a:pt x="1252865" y="110493"/>
                  </a:lnTo>
                  <a:lnTo>
                    <a:pt x="1264628" y="110493"/>
                  </a:lnTo>
                  <a:close/>
                  <a:moveTo>
                    <a:pt x="674078" y="85699"/>
                  </a:moveTo>
                  <a:lnTo>
                    <a:pt x="694890" y="85699"/>
                  </a:lnTo>
                  <a:lnTo>
                    <a:pt x="694890" y="110493"/>
                  </a:lnTo>
                  <a:lnTo>
                    <a:pt x="719141" y="110493"/>
                  </a:lnTo>
                  <a:lnTo>
                    <a:pt x="719141" y="127324"/>
                  </a:lnTo>
                  <a:lnTo>
                    <a:pt x="694890" y="127324"/>
                  </a:lnTo>
                  <a:lnTo>
                    <a:pt x="694890" y="182521"/>
                  </a:lnTo>
                  <a:cubicBezTo>
                    <a:pt x="694890" y="186261"/>
                    <a:pt x="695765" y="188946"/>
                    <a:pt x="697514" y="190574"/>
                  </a:cubicBezTo>
                  <a:cubicBezTo>
                    <a:pt x="699264" y="192203"/>
                    <a:pt x="702250" y="193017"/>
                    <a:pt x="706472" y="193017"/>
                  </a:cubicBezTo>
                  <a:lnTo>
                    <a:pt x="719141" y="193017"/>
                  </a:lnTo>
                  <a:lnTo>
                    <a:pt x="719141" y="210210"/>
                  </a:lnTo>
                  <a:lnTo>
                    <a:pt x="702853" y="210210"/>
                  </a:lnTo>
                  <a:cubicBezTo>
                    <a:pt x="693563" y="210210"/>
                    <a:pt x="686445" y="208038"/>
                    <a:pt x="681498" y="203695"/>
                  </a:cubicBezTo>
                  <a:cubicBezTo>
                    <a:pt x="676551" y="199352"/>
                    <a:pt x="674078" y="192294"/>
                    <a:pt x="674078" y="182521"/>
                  </a:cubicBezTo>
                  <a:lnTo>
                    <a:pt x="674078" y="127324"/>
                  </a:lnTo>
                  <a:lnTo>
                    <a:pt x="662315" y="127324"/>
                  </a:lnTo>
                  <a:lnTo>
                    <a:pt x="662315" y="110493"/>
                  </a:lnTo>
                  <a:lnTo>
                    <a:pt x="674078" y="110493"/>
                  </a:lnTo>
                  <a:close/>
                  <a:moveTo>
                    <a:pt x="508895" y="84432"/>
                  </a:moveTo>
                  <a:lnTo>
                    <a:pt x="529527" y="84432"/>
                  </a:lnTo>
                  <a:lnTo>
                    <a:pt x="529527" y="210210"/>
                  </a:lnTo>
                  <a:lnTo>
                    <a:pt x="508895" y="210210"/>
                  </a:lnTo>
                  <a:close/>
                  <a:moveTo>
                    <a:pt x="993213" y="76289"/>
                  </a:moveTo>
                  <a:lnTo>
                    <a:pt x="1014025" y="76289"/>
                  </a:lnTo>
                  <a:lnTo>
                    <a:pt x="1014025" y="210210"/>
                  </a:lnTo>
                  <a:lnTo>
                    <a:pt x="993213" y="210210"/>
                  </a:lnTo>
                  <a:lnTo>
                    <a:pt x="993213" y="195189"/>
                  </a:lnTo>
                  <a:cubicBezTo>
                    <a:pt x="989835" y="200015"/>
                    <a:pt x="985160" y="203997"/>
                    <a:pt x="979187" y="207133"/>
                  </a:cubicBezTo>
                  <a:cubicBezTo>
                    <a:pt x="973215" y="210270"/>
                    <a:pt x="966368" y="211839"/>
                    <a:pt x="958647" y="211839"/>
                  </a:cubicBezTo>
                  <a:cubicBezTo>
                    <a:pt x="949960" y="211839"/>
                    <a:pt x="942027" y="209637"/>
                    <a:pt x="934849" y="205233"/>
                  </a:cubicBezTo>
                  <a:cubicBezTo>
                    <a:pt x="927670" y="200830"/>
                    <a:pt x="921999" y="194676"/>
                    <a:pt x="917837" y="186774"/>
                  </a:cubicBezTo>
                  <a:cubicBezTo>
                    <a:pt x="913675" y="178871"/>
                    <a:pt x="911593" y="169913"/>
                    <a:pt x="911593" y="159899"/>
                  </a:cubicBezTo>
                  <a:cubicBezTo>
                    <a:pt x="911593" y="149885"/>
                    <a:pt x="913675" y="141017"/>
                    <a:pt x="917837" y="133296"/>
                  </a:cubicBezTo>
                  <a:cubicBezTo>
                    <a:pt x="921999" y="125574"/>
                    <a:pt x="927670" y="119572"/>
                    <a:pt x="934849" y="115289"/>
                  </a:cubicBezTo>
                  <a:cubicBezTo>
                    <a:pt x="942027" y="111006"/>
                    <a:pt x="950020" y="108864"/>
                    <a:pt x="958828" y="108864"/>
                  </a:cubicBezTo>
                  <a:cubicBezTo>
                    <a:pt x="965343" y="108864"/>
                    <a:pt x="971767" y="110282"/>
                    <a:pt x="978102" y="113117"/>
                  </a:cubicBezTo>
                  <a:cubicBezTo>
                    <a:pt x="984436" y="115952"/>
                    <a:pt x="989473" y="119723"/>
                    <a:pt x="993213" y="124428"/>
                  </a:cubicBezTo>
                  <a:close/>
                  <a:moveTo>
                    <a:pt x="1338542" y="70859"/>
                  </a:moveTo>
                  <a:cubicBezTo>
                    <a:pt x="1342161" y="70859"/>
                    <a:pt x="1345238" y="72126"/>
                    <a:pt x="1347772" y="74660"/>
                  </a:cubicBezTo>
                  <a:cubicBezTo>
                    <a:pt x="1350305" y="77193"/>
                    <a:pt x="1351572" y="80330"/>
                    <a:pt x="1351572" y="84070"/>
                  </a:cubicBezTo>
                  <a:cubicBezTo>
                    <a:pt x="1351572" y="87811"/>
                    <a:pt x="1350305" y="90948"/>
                    <a:pt x="1347772" y="93481"/>
                  </a:cubicBezTo>
                  <a:cubicBezTo>
                    <a:pt x="1345238" y="96015"/>
                    <a:pt x="1342161" y="97282"/>
                    <a:pt x="1338542" y="97282"/>
                  </a:cubicBezTo>
                  <a:cubicBezTo>
                    <a:pt x="1334802" y="97282"/>
                    <a:pt x="1331665" y="96015"/>
                    <a:pt x="1329131" y="93481"/>
                  </a:cubicBezTo>
                  <a:cubicBezTo>
                    <a:pt x="1326598" y="90948"/>
                    <a:pt x="1325331" y="87811"/>
                    <a:pt x="1325331" y="84070"/>
                  </a:cubicBezTo>
                  <a:cubicBezTo>
                    <a:pt x="1325331" y="80330"/>
                    <a:pt x="1326598" y="77193"/>
                    <a:pt x="1329131" y="74660"/>
                  </a:cubicBezTo>
                  <a:cubicBezTo>
                    <a:pt x="1331665" y="72126"/>
                    <a:pt x="1334802" y="70859"/>
                    <a:pt x="1338542" y="70859"/>
                  </a:cubicBezTo>
                  <a:close/>
                  <a:moveTo>
                    <a:pt x="168252" y="0"/>
                  </a:moveTo>
                  <a:cubicBezTo>
                    <a:pt x="261175" y="0"/>
                    <a:pt x="336504" y="76293"/>
                    <a:pt x="336504" y="170405"/>
                  </a:cubicBezTo>
                  <a:cubicBezTo>
                    <a:pt x="336504" y="264517"/>
                    <a:pt x="261175" y="340810"/>
                    <a:pt x="168252" y="340810"/>
                  </a:cubicBezTo>
                  <a:cubicBezTo>
                    <a:pt x="75329" y="340810"/>
                    <a:pt x="0" y="264517"/>
                    <a:pt x="0" y="170405"/>
                  </a:cubicBezTo>
                  <a:cubicBezTo>
                    <a:pt x="0" y="76293"/>
                    <a:pt x="75329" y="0"/>
                    <a:pt x="1682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76;p2"/>
            <p:cNvSpPr txBox="1"/>
            <p:nvPr/>
          </p:nvSpPr>
          <p:spPr>
            <a:xfrm>
              <a:off x="6486561" y="1163992"/>
              <a:ext cx="281262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dirty="0">
                  <a:solidFill>
                    <a:schemeClr val="dk1"/>
                  </a:solidFill>
                  <a:latin typeface="Poppins ExtraBold"/>
                  <a:cs typeface="Poppins ExtraBold"/>
                  <a:sym typeface="Poppins ExtraBold"/>
                </a:rPr>
                <a:t>1</a:t>
              </a:r>
              <a:endParaRPr dirty="0"/>
            </a:p>
          </p:txBody>
        </p:sp>
      </p:grpSp>
      <p:grpSp>
        <p:nvGrpSpPr>
          <p:cNvPr id="13" name="Groupe 12"/>
          <p:cNvGrpSpPr/>
          <p:nvPr/>
        </p:nvGrpSpPr>
        <p:grpSpPr>
          <a:xfrm>
            <a:off x="-1" y="0"/>
            <a:ext cx="1319553" cy="5143500"/>
            <a:chOff x="-1" y="0"/>
            <a:chExt cx="1319553" cy="5143500"/>
          </a:xfrm>
        </p:grpSpPr>
        <p:sp>
          <p:nvSpPr>
            <p:cNvPr id="62" name="Forme libre 61"/>
            <p:cNvSpPr/>
            <p:nvPr/>
          </p:nvSpPr>
          <p:spPr>
            <a:xfrm rot="5400000">
              <a:off x="-1911974" y="1911973"/>
              <a:ext cx="5143500" cy="1319553"/>
            </a:xfrm>
            <a:custGeom>
              <a:avLst/>
              <a:gdLst>
                <a:gd name="connsiteX0" fmla="*/ 144375 w 5143500"/>
                <a:gd name="connsiteY0" fmla="*/ 653899 h 1319553"/>
                <a:gd name="connsiteX1" fmla="*/ 556420 w 5143500"/>
                <a:gd name="connsiteY1" fmla="*/ 0 h 1319553"/>
                <a:gd name="connsiteX2" fmla="*/ 968464 w 5143500"/>
                <a:gd name="connsiteY2" fmla="*/ 653899 h 1319553"/>
                <a:gd name="connsiteX3" fmla="*/ 0 w 5143500"/>
                <a:gd name="connsiteY3" fmla="*/ 1319553 h 1319553"/>
                <a:gd name="connsiteX4" fmla="*/ 0 w 5143500"/>
                <a:gd name="connsiteY4" fmla="*/ 657817 h 1319553"/>
                <a:gd name="connsiteX5" fmla="*/ 5143500 w 5143500"/>
                <a:gd name="connsiteY5" fmla="*/ 657817 h 1319553"/>
                <a:gd name="connsiteX6" fmla="*/ 5143500 w 5143500"/>
                <a:gd name="connsiteY6" fmla="*/ 1319553 h 1319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43500" h="1319553">
                  <a:moveTo>
                    <a:pt x="144375" y="653899"/>
                  </a:moveTo>
                  <a:lnTo>
                    <a:pt x="556420" y="0"/>
                  </a:lnTo>
                  <a:lnTo>
                    <a:pt x="968464" y="653899"/>
                  </a:lnTo>
                  <a:close/>
                  <a:moveTo>
                    <a:pt x="0" y="1319553"/>
                  </a:moveTo>
                  <a:lnTo>
                    <a:pt x="0" y="657817"/>
                  </a:lnTo>
                  <a:lnTo>
                    <a:pt x="5143500" y="657817"/>
                  </a:lnTo>
                  <a:lnTo>
                    <a:pt x="5143500" y="1319553"/>
                  </a:lnTo>
                  <a:close/>
                </a:path>
              </a:pathLst>
            </a:custGeom>
            <a:solidFill>
              <a:srgbClr val="10451D"/>
            </a:solidFill>
            <a:ln>
              <a:solidFill>
                <a:srgbClr val="10451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43291F"/>
                </a:solidFill>
              </a:endParaRPr>
            </a:p>
          </p:txBody>
        </p:sp>
        <p:sp>
          <p:nvSpPr>
            <p:cNvPr id="63" name="Google Shape;76;p2"/>
            <p:cNvSpPr txBox="1"/>
            <p:nvPr/>
          </p:nvSpPr>
          <p:spPr>
            <a:xfrm>
              <a:off x="756199" y="341730"/>
              <a:ext cx="440812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2000" dirty="0">
                  <a:solidFill>
                    <a:schemeClr val="dk1"/>
                  </a:solidFill>
                  <a:latin typeface="Poppins ExtraBold"/>
                  <a:cs typeface="Poppins ExtraBold"/>
                  <a:sym typeface="Poppins ExtraBold"/>
                </a:rPr>
                <a:t>1</a:t>
              </a:r>
              <a:endParaRPr sz="2000" dirty="0"/>
            </a:p>
          </p:txBody>
        </p:sp>
      </p:grpSp>
      <p:grpSp>
        <p:nvGrpSpPr>
          <p:cNvPr id="53" name="Groupe 52"/>
          <p:cNvGrpSpPr/>
          <p:nvPr/>
        </p:nvGrpSpPr>
        <p:grpSpPr>
          <a:xfrm>
            <a:off x="3367531" y="0"/>
            <a:ext cx="1315635" cy="5143500"/>
            <a:chOff x="3308679" y="0"/>
            <a:chExt cx="1315635" cy="5143500"/>
          </a:xfrm>
          <a:solidFill>
            <a:srgbClr val="9D4EDD"/>
          </a:solidFill>
        </p:grpSpPr>
        <p:sp>
          <p:nvSpPr>
            <p:cNvPr id="54" name="Forme libre 53"/>
            <p:cNvSpPr/>
            <p:nvPr/>
          </p:nvSpPr>
          <p:spPr>
            <a:xfrm rot="5400000">
              <a:off x="1394747" y="1913932"/>
              <a:ext cx="5143500" cy="1315635"/>
            </a:xfrm>
            <a:custGeom>
              <a:avLst/>
              <a:gdLst>
                <a:gd name="connsiteX0" fmla="*/ 0 w 5143500"/>
                <a:gd name="connsiteY0" fmla="*/ 1315635 h 1315635"/>
                <a:gd name="connsiteX1" fmla="*/ 0 w 5143500"/>
                <a:gd name="connsiteY1" fmla="*/ 653899 h 1315635"/>
                <a:gd name="connsiteX2" fmla="*/ 4319411 w 5143500"/>
                <a:gd name="connsiteY2" fmla="*/ 653899 h 1315635"/>
                <a:gd name="connsiteX3" fmla="*/ 4731456 w 5143500"/>
                <a:gd name="connsiteY3" fmla="*/ 0 h 1315635"/>
                <a:gd name="connsiteX4" fmla="*/ 5143500 w 5143500"/>
                <a:gd name="connsiteY4" fmla="*/ 653899 h 1315635"/>
                <a:gd name="connsiteX5" fmla="*/ 5143500 w 5143500"/>
                <a:gd name="connsiteY5" fmla="*/ 1315635 h 1315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43500" h="1315635">
                  <a:moveTo>
                    <a:pt x="0" y="1315635"/>
                  </a:moveTo>
                  <a:lnTo>
                    <a:pt x="0" y="653899"/>
                  </a:lnTo>
                  <a:lnTo>
                    <a:pt x="4319411" y="653899"/>
                  </a:lnTo>
                  <a:lnTo>
                    <a:pt x="4731456" y="0"/>
                  </a:lnTo>
                  <a:lnTo>
                    <a:pt x="5143500" y="653899"/>
                  </a:lnTo>
                  <a:lnTo>
                    <a:pt x="5143500" y="1315635"/>
                  </a:lnTo>
                  <a:close/>
                </a:path>
              </a:pathLst>
            </a:custGeom>
            <a:grpFill/>
            <a:ln>
              <a:solidFill>
                <a:srgbClr val="9D4ED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Google Shape;76;p2"/>
            <p:cNvSpPr txBox="1"/>
            <p:nvPr/>
          </p:nvSpPr>
          <p:spPr>
            <a:xfrm>
              <a:off x="4015305" y="4538922"/>
              <a:ext cx="440812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2000" dirty="0">
                  <a:solidFill>
                    <a:schemeClr val="dk1"/>
                  </a:solidFill>
                  <a:latin typeface="Poppins ExtraBold"/>
                  <a:cs typeface="Poppins ExtraBold"/>
                  <a:sym typeface="Poppins ExtraBold"/>
                </a:rPr>
                <a:t>6</a:t>
              </a:r>
              <a:endParaRPr sz="2000" dirty="0"/>
            </a:p>
          </p:txBody>
        </p:sp>
      </p:grpSp>
      <p:grpSp>
        <p:nvGrpSpPr>
          <p:cNvPr id="47" name="Groupe 46"/>
          <p:cNvGrpSpPr/>
          <p:nvPr/>
        </p:nvGrpSpPr>
        <p:grpSpPr>
          <a:xfrm>
            <a:off x="2685069" y="-1"/>
            <a:ext cx="1316213" cy="5143500"/>
            <a:chOff x="2646943" y="0"/>
            <a:chExt cx="1316213" cy="5143500"/>
          </a:xfrm>
          <a:solidFill>
            <a:srgbClr val="7B2CBF"/>
          </a:solidFill>
        </p:grpSpPr>
        <p:sp>
          <p:nvSpPr>
            <p:cNvPr id="58" name="Forme libre 57"/>
            <p:cNvSpPr/>
            <p:nvPr/>
          </p:nvSpPr>
          <p:spPr>
            <a:xfrm rot="5400000">
              <a:off x="733300" y="1913643"/>
              <a:ext cx="5143500" cy="1316213"/>
            </a:xfrm>
            <a:custGeom>
              <a:avLst/>
              <a:gdLst>
                <a:gd name="connsiteX0" fmla="*/ 3440735 w 5143500"/>
                <a:gd name="connsiteY0" fmla="*/ 653899 h 1316213"/>
                <a:gd name="connsiteX1" fmla="*/ 3852780 w 5143500"/>
                <a:gd name="connsiteY1" fmla="*/ 0 h 1316213"/>
                <a:gd name="connsiteX2" fmla="*/ 4264824 w 5143500"/>
                <a:gd name="connsiteY2" fmla="*/ 653899 h 1316213"/>
                <a:gd name="connsiteX3" fmla="*/ 0 w 5143500"/>
                <a:gd name="connsiteY3" fmla="*/ 1316213 h 1316213"/>
                <a:gd name="connsiteX4" fmla="*/ 0 w 5143500"/>
                <a:gd name="connsiteY4" fmla="*/ 654477 h 1316213"/>
                <a:gd name="connsiteX5" fmla="*/ 5143500 w 5143500"/>
                <a:gd name="connsiteY5" fmla="*/ 654477 h 1316213"/>
                <a:gd name="connsiteX6" fmla="*/ 5143500 w 5143500"/>
                <a:gd name="connsiteY6" fmla="*/ 1316213 h 1316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43500" h="1316213">
                  <a:moveTo>
                    <a:pt x="3440735" y="653899"/>
                  </a:moveTo>
                  <a:lnTo>
                    <a:pt x="3852780" y="0"/>
                  </a:lnTo>
                  <a:lnTo>
                    <a:pt x="4264824" y="653899"/>
                  </a:lnTo>
                  <a:close/>
                  <a:moveTo>
                    <a:pt x="0" y="1316213"/>
                  </a:moveTo>
                  <a:lnTo>
                    <a:pt x="0" y="654477"/>
                  </a:lnTo>
                  <a:lnTo>
                    <a:pt x="5143500" y="654477"/>
                  </a:lnTo>
                  <a:lnTo>
                    <a:pt x="5143500" y="1316213"/>
                  </a:lnTo>
                  <a:close/>
                </a:path>
              </a:pathLst>
            </a:custGeom>
            <a:grpFill/>
            <a:ln>
              <a:solidFill>
                <a:srgbClr val="7B2C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Google Shape;76;p2"/>
            <p:cNvSpPr txBox="1"/>
            <p:nvPr/>
          </p:nvSpPr>
          <p:spPr>
            <a:xfrm>
              <a:off x="3355615" y="3652745"/>
              <a:ext cx="440812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2000" dirty="0">
                  <a:solidFill>
                    <a:schemeClr val="dk1"/>
                  </a:solidFill>
                  <a:latin typeface="Poppins ExtraBold"/>
                  <a:cs typeface="Poppins ExtraBold"/>
                  <a:sym typeface="Poppins ExtraBold"/>
                </a:rPr>
                <a:t>5</a:t>
              </a:r>
              <a:endParaRPr sz="2000" dirty="0"/>
            </a:p>
          </p:txBody>
        </p:sp>
      </p:grpSp>
      <p:grpSp>
        <p:nvGrpSpPr>
          <p:cNvPr id="41" name="Groupe 40"/>
          <p:cNvGrpSpPr/>
          <p:nvPr/>
        </p:nvGrpSpPr>
        <p:grpSpPr>
          <a:xfrm>
            <a:off x="2008545" y="0"/>
            <a:ext cx="1305582" cy="5143500"/>
            <a:chOff x="1985208" y="-1"/>
            <a:chExt cx="1305582" cy="5143500"/>
          </a:xfrm>
          <a:solidFill>
            <a:srgbClr val="5A189A"/>
          </a:solidFill>
        </p:grpSpPr>
        <p:sp>
          <p:nvSpPr>
            <p:cNvPr id="59" name="Forme libre 58"/>
            <p:cNvSpPr/>
            <p:nvPr/>
          </p:nvSpPr>
          <p:spPr>
            <a:xfrm rot="5400000">
              <a:off x="66249" y="1918958"/>
              <a:ext cx="5143500" cy="1305582"/>
            </a:xfrm>
            <a:custGeom>
              <a:avLst/>
              <a:gdLst>
                <a:gd name="connsiteX0" fmla="*/ 0 w 5143500"/>
                <a:gd name="connsiteY0" fmla="*/ 1305582 h 1305582"/>
                <a:gd name="connsiteX1" fmla="*/ 0 w 5143500"/>
                <a:gd name="connsiteY1" fmla="*/ 643846 h 1305582"/>
                <a:gd name="connsiteX2" fmla="*/ 2622980 w 5143500"/>
                <a:gd name="connsiteY2" fmla="*/ 643846 h 1305582"/>
                <a:gd name="connsiteX3" fmla="*/ 3028690 w 5143500"/>
                <a:gd name="connsiteY3" fmla="*/ 0 h 1305582"/>
                <a:gd name="connsiteX4" fmla="*/ 3434399 w 5143500"/>
                <a:gd name="connsiteY4" fmla="*/ 643846 h 1305582"/>
                <a:gd name="connsiteX5" fmla="*/ 5143500 w 5143500"/>
                <a:gd name="connsiteY5" fmla="*/ 643846 h 1305582"/>
                <a:gd name="connsiteX6" fmla="*/ 5143500 w 5143500"/>
                <a:gd name="connsiteY6" fmla="*/ 1305582 h 1305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43500" h="1305582">
                  <a:moveTo>
                    <a:pt x="0" y="1305582"/>
                  </a:moveTo>
                  <a:lnTo>
                    <a:pt x="0" y="643846"/>
                  </a:lnTo>
                  <a:lnTo>
                    <a:pt x="2622980" y="643846"/>
                  </a:lnTo>
                  <a:lnTo>
                    <a:pt x="3028690" y="0"/>
                  </a:lnTo>
                  <a:lnTo>
                    <a:pt x="3434399" y="643846"/>
                  </a:lnTo>
                  <a:lnTo>
                    <a:pt x="5143500" y="643846"/>
                  </a:lnTo>
                  <a:lnTo>
                    <a:pt x="5143500" y="1305582"/>
                  </a:lnTo>
                  <a:close/>
                </a:path>
              </a:pathLst>
            </a:custGeom>
            <a:grpFill/>
            <a:ln>
              <a:solidFill>
                <a:srgbClr val="5A189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Google Shape;76;p2"/>
            <p:cNvSpPr txBox="1"/>
            <p:nvPr/>
          </p:nvSpPr>
          <p:spPr>
            <a:xfrm>
              <a:off x="2704696" y="2830516"/>
              <a:ext cx="440812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2000" dirty="0">
                  <a:solidFill>
                    <a:schemeClr val="dk1"/>
                  </a:solidFill>
                  <a:latin typeface="Poppins ExtraBold"/>
                  <a:cs typeface="Poppins ExtraBold"/>
                  <a:sym typeface="Poppins ExtraBold"/>
                </a:rPr>
                <a:t>4</a:t>
              </a:r>
              <a:endParaRPr sz="2000" dirty="0"/>
            </a:p>
          </p:txBody>
        </p:sp>
      </p:grpSp>
      <p:grpSp>
        <p:nvGrpSpPr>
          <p:cNvPr id="22" name="Groupe 21"/>
          <p:cNvGrpSpPr/>
          <p:nvPr/>
        </p:nvGrpSpPr>
        <p:grpSpPr>
          <a:xfrm>
            <a:off x="1323471" y="0"/>
            <a:ext cx="1314527" cy="5143500"/>
            <a:chOff x="1323471" y="0"/>
            <a:chExt cx="1314527" cy="5143500"/>
          </a:xfrm>
          <a:solidFill>
            <a:srgbClr val="3C096C"/>
          </a:solidFill>
        </p:grpSpPr>
        <p:sp>
          <p:nvSpPr>
            <p:cNvPr id="60" name="Forme libre 59"/>
            <p:cNvSpPr/>
            <p:nvPr/>
          </p:nvSpPr>
          <p:spPr>
            <a:xfrm rot="5400000">
              <a:off x="-591015" y="1914486"/>
              <a:ext cx="5143500" cy="1314527"/>
            </a:xfrm>
            <a:custGeom>
              <a:avLst/>
              <a:gdLst>
                <a:gd name="connsiteX0" fmla="*/ 0 w 5143500"/>
                <a:gd name="connsiteY0" fmla="*/ 1314527 h 1314527"/>
                <a:gd name="connsiteX1" fmla="*/ 0 w 5143500"/>
                <a:gd name="connsiteY1" fmla="*/ 652791 h 1314527"/>
                <a:gd name="connsiteX2" fmla="*/ 1793254 w 5143500"/>
                <a:gd name="connsiteY2" fmla="*/ 652791 h 1314527"/>
                <a:gd name="connsiteX3" fmla="*/ 2204601 w 5143500"/>
                <a:gd name="connsiteY3" fmla="*/ 0 h 1314527"/>
                <a:gd name="connsiteX4" fmla="*/ 2615947 w 5143500"/>
                <a:gd name="connsiteY4" fmla="*/ 652791 h 1314527"/>
                <a:gd name="connsiteX5" fmla="*/ 5143500 w 5143500"/>
                <a:gd name="connsiteY5" fmla="*/ 652791 h 1314527"/>
                <a:gd name="connsiteX6" fmla="*/ 5143500 w 5143500"/>
                <a:gd name="connsiteY6" fmla="*/ 1314527 h 131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43500" h="1314527">
                  <a:moveTo>
                    <a:pt x="0" y="1314527"/>
                  </a:moveTo>
                  <a:lnTo>
                    <a:pt x="0" y="652791"/>
                  </a:lnTo>
                  <a:lnTo>
                    <a:pt x="1793254" y="652791"/>
                  </a:lnTo>
                  <a:lnTo>
                    <a:pt x="2204601" y="0"/>
                  </a:lnTo>
                  <a:lnTo>
                    <a:pt x="2615947" y="652791"/>
                  </a:lnTo>
                  <a:lnTo>
                    <a:pt x="5143500" y="652791"/>
                  </a:lnTo>
                  <a:lnTo>
                    <a:pt x="5143500" y="1314527"/>
                  </a:lnTo>
                  <a:close/>
                </a:path>
              </a:pathLst>
            </a:custGeom>
            <a:grpFill/>
            <a:ln>
              <a:solidFill>
                <a:srgbClr val="3C096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Google Shape;76;p2"/>
            <p:cNvSpPr txBox="1"/>
            <p:nvPr/>
          </p:nvSpPr>
          <p:spPr>
            <a:xfrm>
              <a:off x="2044068" y="2001527"/>
              <a:ext cx="440812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2000" dirty="0">
                  <a:solidFill>
                    <a:schemeClr val="dk1"/>
                  </a:solidFill>
                  <a:latin typeface="Poppins ExtraBold"/>
                  <a:cs typeface="Poppins ExtraBold"/>
                  <a:sym typeface="Poppins ExtraBold"/>
                </a:rPr>
                <a:t>3</a:t>
              </a:r>
              <a:endParaRPr sz="2000" dirty="0"/>
            </a:p>
          </p:txBody>
        </p:sp>
      </p:grpSp>
      <p:grpSp>
        <p:nvGrpSpPr>
          <p:cNvPr id="19" name="Groupe 18"/>
          <p:cNvGrpSpPr/>
          <p:nvPr/>
        </p:nvGrpSpPr>
        <p:grpSpPr>
          <a:xfrm>
            <a:off x="661735" y="0"/>
            <a:ext cx="1318445" cy="5143500"/>
            <a:chOff x="661735" y="0"/>
            <a:chExt cx="1318445" cy="5143500"/>
          </a:xfrm>
          <a:solidFill>
            <a:srgbClr val="240046"/>
          </a:solidFill>
        </p:grpSpPr>
        <p:sp>
          <p:nvSpPr>
            <p:cNvPr id="61" name="Forme libre 60"/>
            <p:cNvSpPr/>
            <p:nvPr/>
          </p:nvSpPr>
          <p:spPr>
            <a:xfrm rot="5400000">
              <a:off x="-1250792" y="1912527"/>
              <a:ext cx="5143500" cy="1318445"/>
            </a:xfrm>
            <a:custGeom>
              <a:avLst/>
              <a:gdLst>
                <a:gd name="connsiteX0" fmla="*/ 968464 w 5143500"/>
                <a:gd name="connsiteY0" fmla="*/ 653899 h 1318445"/>
                <a:gd name="connsiteX1" fmla="*/ 1380509 w 5143500"/>
                <a:gd name="connsiteY1" fmla="*/ 0 h 1318445"/>
                <a:gd name="connsiteX2" fmla="*/ 1792553 w 5143500"/>
                <a:gd name="connsiteY2" fmla="*/ 653899 h 1318445"/>
                <a:gd name="connsiteX3" fmla="*/ 0 w 5143500"/>
                <a:gd name="connsiteY3" fmla="*/ 1318445 h 1318445"/>
                <a:gd name="connsiteX4" fmla="*/ 0 w 5143500"/>
                <a:gd name="connsiteY4" fmla="*/ 656709 h 1318445"/>
                <a:gd name="connsiteX5" fmla="*/ 5143500 w 5143500"/>
                <a:gd name="connsiteY5" fmla="*/ 656709 h 1318445"/>
                <a:gd name="connsiteX6" fmla="*/ 5143500 w 5143500"/>
                <a:gd name="connsiteY6" fmla="*/ 1318445 h 1318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43500" h="1318445">
                  <a:moveTo>
                    <a:pt x="968464" y="653899"/>
                  </a:moveTo>
                  <a:lnTo>
                    <a:pt x="1380509" y="0"/>
                  </a:lnTo>
                  <a:lnTo>
                    <a:pt x="1792553" y="653899"/>
                  </a:lnTo>
                  <a:close/>
                  <a:moveTo>
                    <a:pt x="0" y="1318445"/>
                  </a:moveTo>
                  <a:lnTo>
                    <a:pt x="0" y="656709"/>
                  </a:lnTo>
                  <a:lnTo>
                    <a:pt x="5143500" y="656709"/>
                  </a:lnTo>
                  <a:lnTo>
                    <a:pt x="5143500" y="1318445"/>
                  </a:lnTo>
                  <a:close/>
                </a:path>
              </a:pathLst>
            </a:custGeom>
            <a:grpFill/>
            <a:ln>
              <a:solidFill>
                <a:srgbClr val="2400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Google Shape;76;p2"/>
            <p:cNvSpPr txBox="1"/>
            <p:nvPr/>
          </p:nvSpPr>
          <p:spPr>
            <a:xfrm>
              <a:off x="1384871" y="1178005"/>
              <a:ext cx="440812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2000" dirty="0">
                  <a:solidFill>
                    <a:schemeClr val="dk1"/>
                  </a:solidFill>
                  <a:latin typeface="Poppins ExtraBold"/>
                  <a:cs typeface="Poppins ExtraBold"/>
                  <a:sym typeface="Poppins ExtraBold"/>
                </a:rPr>
                <a:t>2</a:t>
              </a:r>
              <a:endParaRPr sz="2000" dirty="0"/>
            </a:p>
          </p:txBody>
        </p:sp>
      </p:grpSp>
      <p:grpSp>
        <p:nvGrpSpPr>
          <p:cNvPr id="18" name="Groupe 17"/>
          <p:cNvGrpSpPr/>
          <p:nvPr/>
        </p:nvGrpSpPr>
        <p:grpSpPr>
          <a:xfrm>
            <a:off x="0" y="0"/>
            <a:ext cx="1319553" cy="5143500"/>
            <a:chOff x="0" y="0"/>
            <a:chExt cx="1319553" cy="5143500"/>
          </a:xfrm>
        </p:grpSpPr>
        <p:sp>
          <p:nvSpPr>
            <p:cNvPr id="96" name="Forme libre 95"/>
            <p:cNvSpPr/>
            <p:nvPr/>
          </p:nvSpPr>
          <p:spPr>
            <a:xfrm rot="5400000">
              <a:off x="-1911973" y="1911973"/>
              <a:ext cx="5143500" cy="1319553"/>
            </a:xfrm>
            <a:custGeom>
              <a:avLst/>
              <a:gdLst>
                <a:gd name="connsiteX0" fmla="*/ 144375 w 5143500"/>
                <a:gd name="connsiteY0" fmla="*/ 653899 h 1319553"/>
                <a:gd name="connsiteX1" fmla="*/ 556420 w 5143500"/>
                <a:gd name="connsiteY1" fmla="*/ 0 h 1319553"/>
                <a:gd name="connsiteX2" fmla="*/ 968464 w 5143500"/>
                <a:gd name="connsiteY2" fmla="*/ 653899 h 1319553"/>
                <a:gd name="connsiteX3" fmla="*/ 0 w 5143500"/>
                <a:gd name="connsiteY3" fmla="*/ 1319553 h 1319553"/>
                <a:gd name="connsiteX4" fmla="*/ 0 w 5143500"/>
                <a:gd name="connsiteY4" fmla="*/ 657817 h 1319553"/>
                <a:gd name="connsiteX5" fmla="*/ 5143500 w 5143500"/>
                <a:gd name="connsiteY5" fmla="*/ 657817 h 1319553"/>
                <a:gd name="connsiteX6" fmla="*/ 5143500 w 5143500"/>
                <a:gd name="connsiteY6" fmla="*/ 1319553 h 1319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43500" h="1319553">
                  <a:moveTo>
                    <a:pt x="144375" y="653899"/>
                  </a:moveTo>
                  <a:lnTo>
                    <a:pt x="556420" y="0"/>
                  </a:lnTo>
                  <a:lnTo>
                    <a:pt x="968464" y="653899"/>
                  </a:lnTo>
                  <a:close/>
                  <a:moveTo>
                    <a:pt x="0" y="1319553"/>
                  </a:moveTo>
                  <a:lnTo>
                    <a:pt x="0" y="657817"/>
                  </a:lnTo>
                  <a:lnTo>
                    <a:pt x="5143500" y="657817"/>
                  </a:lnTo>
                  <a:lnTo>
                    <a:pt x="5143500" y="1319553"/>
                  </a:lnTo>
                  <a:close/>
                </a:path>
              </a:pathLst>
            </a:custGeom>
            <a:solidFill>
              <a:srgbClr val="10002B"/>
            </a:solidFill>
            <a:ln>
              <a:solidFill>
                <a:srgbClr val="10002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43291F"/>
                </a:solidFill>
              </a:endParaRPr>
            </a:p>
          </p:txBody>
        </p:sp>
        <p:sp>
          <p:nvSpPr>
            <p:cNvPr id="97" name="Google Shape;76;p2"/>
            <p:cNvSpPr txBox="1"/>
            <p:nvPr/>
          </p:nvSpPr>
          <p:spPr>
            <a:xfrm>
              <a:off x="756200" y="341730"/>
              <a:ext cx="440812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2000" dirty="0">
                  <a:solidFill>
                    <a:schemeClr val="dk1"/>
                  </a:solidFill>
                  <a:latin typeface="Poppins ExtraBold"/>
                  <a:cs typeface="Poppins ExtraBold"/>
                  <a:sym typeface="Poppins ExtraBold"/>
                </a:rPr>
                <a:t>1</a:t>
              </a:r>
              <a:endParaRPr sz="2000" dirty="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d179f39a2e_3_69"/>
          <p:cNvSpPr/>
          <p:nvPr/>
        </p:nvSpPr>
        <p:spPr>
          <a:xfrm rot="-6146075">
            <a:off x="-418834" y="-493159"/>
            <a:ext cx="3027518" cy="3027518"/>
          </a:xfrm>
          <a:prstGeom prst="ellipse">
            <a:avLst/>
          </a:prstGeom>
          <a:solidFill>
            <a:srgbClr val="FFFFFF">
              <a:alpha val="61570"/>
            </a:srgbClr>
          </a:solidFill>
          <a:ln>
            <a:noFill/>
          </a:ln>
          <a:effectLst>
            <a:outerShdw blurRad="185738" dist="28575" dir="4440000" algn="bl" rotWithShape="0">
              <a:schemeClr val="dk2">
                <a:alpha val="1882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8" name="Google Shape;98;g2d179f39a2e_3_69"/>
          <p:cNvSpPr txBox="1">
            <a:spLocks noGrp="1"/>
          </p:cNvSpPr>
          <p:nvPr>
            <p:ph type="title"/>
          </p:nvPr>
        </p:nvSpPr>
        <p:spPr>
          <a:xfrm>
            <a:off x="362466" y="3355800"/>
            <a:ext cx="6129773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fr-FR" sz="5400" dirty="0">
                <a:solidFill>
                  <a:srgbClr val="7030A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Introduction</a:t>
            </a:r>
            <a:br>
              <a:rPr lang="fr-FR" sz="700" dirty="0">
                <a:solidFill>
                  <a:srgbClr val="7030A0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endParaRPr sz="5400" b="0" dirty="0">
              <a:solidFill>
                <a:srgbClr val="7030A0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9" name="Google Shape;99;g2d179f39a2e_3_69"/>
          <p:cNvSpPr txBox="1">
            <a:spLocks noGrp="1"/>
          </p:cNvSpPr>
          <p:nvPr>
            <p:ph type="title" idx="2"/>
          </p:nvPr>
        </p:nvSpPr>
        <p:spPr>
          <a:xfrm>
            <a:off x="713225" y="1020600"/>
            <a:ext cx="1630200" cy="10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fr-FR" dirty="0">
                <a:solidFill>
                  <a:srgbClr val="3F153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01</a:t>
            </a:r>
            <a:endParaRPr dirty="0">
              <a:solidFill>
                <a:srgbClr val="3F153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100" name="Google Shape;100;g2d179f39a2e_3_69"/>
          <p:cNvCxnSpPr/>
          <p:nvPr/>
        </p:nvCxnSpPr>
        <p:spPr>
          <a:xfrm>
            <a:off x="0" y="4346975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" name="Google Shape;101;g2d179f39a2e_3_69"/>
          <p:cNvSpPr/>
          <p:nvPr/>
        </p:nvSpPr>
        <p:spPr>
          <a:xfrm>
            <a:off x="7063225" y="-648600"/>
            <a:ext cx="2486100" cy="2486100"/>
          </a:xfrm>
          <a:prstGeom prst="donut">
            <a:avLst>
              <a:gd name="adj" fmla="val 1599"/>
            </a:avLst>
          </a:prstGeom>
          <a:solidFill>
            <a:srgbClr val="E40424"/>
          </a:solidFill>
          <a:ln>
            <a:solidFill>
              <a:srgbClr val="E40424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02" name="Google Shape;102;g2d179f39a2e_3_69"/>
          <p:cNvSpPr/>
          <p:nvPr/>
        </p:nvSpPr>
        <p:spPr>
          <a:xfrm>
            <a:off x="0" y="4620975"/>
            <a:ext cx="1868400" cy="1868400"/>
          </a:xfrm>
          <a:prstGeom prst="ellipse">
            <a:avLst/>
          </a:prstGeom>
          <a:solidFill>
            <a:srgbClr val="E40400"/>
          </a:solidFill>
          <a:ln w="9525" cap="flat" cmpd="sng">
            <a:solidFill>
              <a:srgbClr val="E40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  <p:transition spd="slow">
    <p:push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d179f39a2e_3_138"/>
          <p:cNvSpPr/>
          <p:nvPr/>
        </p:nvSpPr>
        <p:spPr>
          <a:xfrm>
            <a:off x="7816850" y="285700"/>
            <a:ext cx="777132" cy="793076"/>
          </a:xfrm>
          <a:custGeom>
            <a:avLst/>
            <a:gdLst/>
            <a:ahLst/>
            <a:cxnLst/>
            <a:rect l="l" t="t" r="r" b="b"/>
            <a:pathLst>
              <a:path w="66922" h="68295" fill="none" extrusionOk="0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miter lim="211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2d179f39a2e_3_138"/>
          <p:cNvSpPr/>
          <p:nvPr/>
        </p:nvSpPr>
        <p:spPr>
          <a:xfrm rot="10800000">
            <a:off x="437675" y="4078250"/>
            <a:ext cx="777132" cy="793076"/>
          </a:xfrm>
          <a:custGeom>
            <a:avLst/>
            <a:gdLst/>
            <a:ahLst/>
            <a:cxnLst/>
            <a:rect l="l" t="t" r="r" b="b"/>
            <a:pathLst>
              <a:path w="66922" h="68295" fill="none" extrusionOk="0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miter lim="211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2d179f39a2e_3_138"/>
          <p:cNvSpPr txBox="1"/>
          <p:nvPr/>
        </p:nvSpPr>
        <p:spPr>
          <a:xfrm>
            <a:off x="2923293" y="143095"/>
            <a:ext cx="2896489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 b="1" dirty="0">
                <a:solidFill>
                  <a:srgbClr val="3F153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Introduction</a:t>
            </a:r>
            <a:endParaRPr sz="2800" dirty="0">
              <a:solidFill>
                <a:srgbClr val="3F1534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82D46D-E258-44F6-B7B7-BBB7F7EF9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833" y="1227691"/>
            <a:ext cx="3297411" cy="329741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6E139D5-7343-4C67-98A1-BC7110D54E5A}"/>
              </a:ext>
            </a:extLst>
          </p:cNvPr>
          <p:cNvSpPr txBox="1"/>
          <p:nvPr/>
        </p:nvSpPr>
        <p:spPr>
          <a:xfrm>
            <a:off x="8411102" y="4563549"/>
            <a:ext cx="365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6718809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d179f39a2e_3_69"/>
          <p:cNvSpPr/>
          <p:nvPr/>
        </p:nvSpPr>
        <p:spPr>
          <a:xfrm rot="-6146075">
            <a:off x="-418834" y="-493159"/>
            <a:ext cx="3027518" cy="3027518"/>
          </a:xfrm>
          <a:prstGeom prst="ellipse">
            <a:avLst/>
          </a:prstGeom>
          <a:solidFill>
            <a:srgbClr val="FFFFFF">
              <a:alpha val="61570"/>
            </a:srgbClr>
          </a:solidFill>
          <a:ln>
            <a:noFill/>
          </a:ln>
          <a:effectLst>
            <a:outerShdw blurRad="185738" dist="28575" dir="4440000" algn="bl" rotWithShape="0">
              <a:schemeClr val="dk2">
                <a:alpha val="1882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8" name="Google Shape;98;g2d179f39a2e_3_69"/>
          <p:cNvSpPr txBox="1">
            <a:spLocks noGrp="1"/>
          </p:cNvSpPr>
          <p:nvPr>
            <p:ph type="title"/>
          </p:nvPr>
        </p:nvSpPr>
        <p:spPr>
          <a:xfrm>
            <a:off x="362466" y="3355800"/>
            <a:ext cx="6129773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fr-FR" sz="4800" dirty="0">
                <a:solidFill>
                  <a:srgbClr val="7030A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Contexte de projet</a:t>
            </a:r>
            <a:br>
              <a:rPr lang="fr-FR" sz="700" dirty="0">
                <a:solidFill>
                  <a:srgbClr val="7030A0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endParaRPr sz="5400" b="0" dirty="0">
              <a:solidFill>
                <a:srgbClr val="7030A0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9" name="Google Shape;99;g2d179f39a2e_3_69"/>
          <p:cNvSpPr txBox="1">
            <a:spLocks noGrp="1"/>
          </p:cNvSpPr>
          <p:nvPr>
            <p:ph type="title" idx="2"/>
          </p:nvPr>
        </p:nvSpPr>
        <p:spPr>
          <a:xfrm>
            <a:off x="713225" y="1020600"/>
            <a:ext cx="1630200" cy="10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fr-FR" dirty="0">
                <a:solidFill>
                  <a:srgbClr val="3F153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02</a:t>
            </a:r>
            <a:endParaRPr dirty="0">
              <a:solidFill>
                <a:srgbClr val="3F153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100" name="Google Shape;100;g2d179f39a2e_3_69"/>
          <p:cNvCxnSpPr/>
          <p:nvPr/>
        </p:nvCxnSpPr>
        <p:spPr>
          <a:xfrm>
            <a:off x="0" y="4346975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" name="Google Shape;101;g2d179f39a2e_3_69"/>
          <p:cNvSpPr/>
          <p:nvPr/>
        </p:nvSpPr>
        <p:spPr>
          <a:xfrm>
            <a:off x="7063225" y="-648600"/>
            <a:ext cx="2486100" cy="2486100"/>
          </a:xfrm>
          <a:prstGeom prst="donut">
            <a:avLst>
              <a:gd name="adj" fmla="val 1599"/>
            </a:avLst>
          </a:prstGeom>
          <a:solidFill>
            <a:srgbClr val="E40400"/>
          </a:solidFill>
          <a:ln>
            <a:solidFill>
              <a:srgbClr val="E40400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02" name="Google Shape;102;g2d179f39a2e_3_69"/>
          <p:cNvSpPr/>
          <p:nvPr/>
        </p:nvSpPr>
        <p:spPr>
          <a:xfrm>
            <a:off x="0" y="4620975"/>
            <a:ext cx="1868400" cy="1868400"/>
          </a:xfrm>
          <a:prstGeom prst="ellipse">
            <a:avLst/>
          </a:prstGeom>
          <a:noFill/>
          <a:ln w="9525" cap="flat" cmpd="sng">
            <a:solidFill>
              <a:srgbClr val="E40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204236527"/>
      </p:ext>
    </p:extLst>
  </p:cSld>
  <p:clrMapOvr>
    <a:masterClrMapping/>
  </p:clrMapOvr>
  <p:transition spd="slow">
    <p:push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d179f39a2e_3_138"/>
          <p:cNvSpPr/>
          <p:nvPr/>
        </p:nvSpPr>
        <p:spPr>
          <a:xfrm>
            <a:off x="7816850" y="285700"/>
            <a:ext cx="777132" cy="793076"/>
          </a:xfrm>
          <a:custGeom>
            <a:avLst/>
            <a:gdLst/>
            <a:ahLst/>
            <a:cxnLst/>
            <a:rect l="l" t="t" r="r" b="b"/>
            <a:pathLst>
              <a:path w="66922" h="68295" fill="none" extrusionOk="0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miter lim="211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2d179f39a2e_3_138"/>
          <p:cNvSpPr/>
          <p:nvPr/>
        </p:nvSpPr>
        <p:spPr>
          <a:xfrm rot="10800000">
            <a:off x="437675" y="4078250"/>
            <a:ext cx="777132" cy="793076"/>
          </a:xfrm>
          <a:custGeom>
            <a:avLst/>
            <a:gdLst/>
            <a:ahLst/>
            <a:cxnLst/>
            <a:rect l="l" t="t" r="r" b="b"/>
            <a:pathLst>
              <a:path w="66922" h="68295" fill="none" extrusionOk="0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miter lim="211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2d179f39a2e_3_138"/>
          <p:cNvSpPr txBox="1"/>
          <p:nvPr/>
        </p:nvSpPr>
        <p:spPr>
          <a:xfrm>
            <a:off x="1214807" y="249779"/>
            <a:ext cx="6602043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 dirty="0">
                <a:solidFill>
                  <a:srgbClr val="3F153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Contexte de projet: </a:t>
            </a:r>
            <a:r>
              <a:rPr lang="fr-FR" sz="2800" dirty="0">
                <a:solidFill>
                  <a:srgbClr val="7030A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Problématique</a:t>
            </a:r>
            <a:endParaRPr sz="2800" dirty="0">
              <a:solidFill>
                <a:srgbClr val="7030A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E71BE5-2BAD-499B-B495-CA8D40675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795" y="2173169"/>
            <a:ext cx="1142927" cy="11429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B068BE-5D5D-4FDE-B10A-79C8CFAEC9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0154" y="2313284"/>
            <a:ext cx="1019607" cy="101960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1CDF228-744D-4FDC-BC8D-D0ADC66B1FEB}"/>
              </a:ext>
            </a:extLst>
          </p:cNvPr>
          <p:cNvSpPr txBox="1"/>
          <p:nvPr/>
        </p:nvSpPr>
        <p:spPr>
          <a:xfrm>
            <a:off x="6254388" y="3456211"/>
            <a:ext cx="25224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3F153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retard !</a:t>
            </a:r>
          </a:p>
          <a:p>
            <a:pPr algn="ctr"/>
            <a:r>
              <a:rPr lang="fr-FR" b="1" dirty="0">
                <a:solidFill>
                  <a:srgbClr val="3F153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Dégradation de qualité de service RH</a:t>
            </a:r>
          </a:p>
        </p:txBody>
      </p:sp>
      <p:sp>
        <p:nvSpPr>
          <p:cNvPr id="23" name="Plus Sign 22">
            <a:extLst>
              <a:ext uri="{FF2B5EF4-FFF2-40B4-BE49-F238E27FC236}">
                <a16:creationId xmlns:a16="http://schemas.microsoft.com/office/drawing/2014/main" id="{4AD83AB8-CAA2-4285-94A8-6833027371CA}"/>
              </a:ext>
            </a:extLst>
          </p:cNvPr>
          <p:cNvSpPr/>
          <p:nvPr/>
        </p:nvSpPr>
        <p:spPr>
          <a:xfrm>
            <a:off x="1940778" y="2640853"/>
            <a:ext cx="546487" cy="487787"/>
          </a:xfrm>
          <a:prstGeom prst="mathPlus">
            <a:avLst/>
          </a:prstGeom>
          <a:solidFill>
            <a:srgbClr val="B3CDF3"/>
          </a:solidFill>
          <a:ln>
            <a:solidFill>
              <a:srgbClr val="B3CD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Equals 23">
            <a:extLst>
              <a:ext uri="{FF2B5EF4-FFF2-40B4-BE49-F238E27FC236}">
                <a16:creationId xmlns:a16="http://schemas.microsoft.com/office/drawing/2014/main" id="{8BC8FEE3-8227-4D13-BD57-546FABB1A7BD}"/>
              </a:ext>
            </a:extLst>
          </p:cNvPr>
          <p:cNvSpPr/>
          <p:nvPr/>
        </p:nvSpPr>
        <p:spPr>
          <a:xfrm>
            <a:off x="5590881" y="2528192"/>
            <a:ext cx="939540" cy="605727"/>
          </a:xfrm>
          <a:prstGeom prst="mathEqual">
            <a:avLst/>
          </a:prstGeom>
          <a:solidFill>
            <a:srgbClr val="B3CDF3"/>
          </a:solidFill>
          <a:ln>
            <a:solidFill>
              <a:srgbClr val="B3CD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9B4379-DD86-4577-89BC-FF4C30B5F97A}"/>
              </a:ext>
            </a:extLst>
          </p:cNvPr>
          <p:cNvSpPr txBox="1"/>
          <p:nvPr/>
        </p:nvSpPr>
        <p:spPr>
          <a:xfrm>
            <a:off x="8411102" y="4563549"/>
            <a:ext cx="365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Poppins" panose="00000500000000000000" pitchFamily="2" charset="0"/>
                <a:cs typeface="Poppins" panose="00000500000000000000" pitchFamily="2" charset="0"/>
              </a:rPr>
              <a:t>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B71737-B1EB-DF6A-5A3D-FC6751451D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937" y="2313284"/>
            <a:ext cx="1142927" cy="1142927"/>
          </a:xfrm>
          <a:prstGeom prst="rect">
            <a:avLst/>
          </a:prstGeom>
        </p:spPr>
      </p:pic>
      <p:sp>
        <p:nvSpPr>
          <p:cNvPr id="7" name="Plus Sign 6">
            <a:extLst>
              <a:ext uri="{FF2B5EF4-FFF2-40B4-BE49-F238E27FC236}">
                <a16:creationId xmlns:a16="http://schemas.microsoft.com/office/drawing/2014/main" id="{32794D90-470F-2BBD-7D99-C5D3AA9B54E4}"/>
              </a:ext>
            </a:extLst>
          </p:cNvPr>
          <p:cNvSpPr/>
          <p:nvPr/>
        </p:nvSpPr>
        <p:spPr>
          <a:xfrm>
            <a:off x="3662413" y="2640853"/>
            <a:ext cx="546487" cy="487787"/>
          </a:xfrm>
          <a:prstGeom prst="mathPlus">
            <a:avLst/>
          </a:prstGeom>
          <a:solidFill>
            <a:srgbClr val="B3CDF3"/>
          </a:solidFill>
          <a:ln>
            <a:solidFill>
              <a:srgbClr val="B3CD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5F93AE-64C4-2523-2F58-C7EF69F614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4027" y="2282374"/>
            <a:ext cx="1050517" cy="105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971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3" grpId="0" animBg="1"/>
      <p:bldP spid="24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d179f39a2e_3_138"/>
          <p:cNvSpPr/>
          <p:nvPr/>
        </p:nvSpPr>
        <p:spPr>
          <a:xfrm>
            <a:off x="7816850" y="285700"/>
            <a:ext cx="777132" cy="793076"/>
          </a:xfrm>
          <a:custGeom>
            <a:avLst/>
            <a:gdLst/>
            <a:ahLst/>
            <a:cxnLst/>
            <a:rect l="l" t="t" r="r" b="b"/>
            <a:pathLst>
              <a:path w="66922" h="68295" fill="none" extrusionOk="0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miter lim="211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2d179f39a2e_3_138"/>
          <p:cNvSpPr/>
          <p:nvPr/>
        </p:nvSpPr>
        <p:spPr>
          <a:xfrm rot="10800000">
            <a:off x="437675" y="4078250"/>
            <a:ext cx="777132" cy="793076"/>
          </a:xfrm>
          <a:custGeom>
            <a:avLst/>
            <a:gdLst/>
            <a:ahLst/>
            <a:cxnLst/>
            <a:rect l="l" t="t" r="r" b="b"/>
            <a:pathLst>
              <a:path w="66922" h="68295" fill="none" extrusionOk="0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miter lim="211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2d179f39a2e_3_138"/>
          <p:cNvSpPr txBox="1"/>
          <p:nvPr/>
        </p:nvSpPr>
        <p:spPr>
          <a:xfrm>
            <a:off x="1721584" y="227746"/>
            <a:ext cx="5351246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 dirty="0">
                <a:solidFill>
                  <a:srgbClr val="3F153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Contexte de projet: </a:t>
            </a:r>
            <a:r>
              <a:rPr lang="fr-FR" sz="2800" dirty="0">
                <a:solidFill>
                  <a:srgbClr val="7030A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Solution</a:t>
            </a:r>
            <a:endParaRPr sz="2800" dirty="0">
              <a:solidFill>
                <a:srgbClr val="7030A0"/>
              </a:solidFill>
            </a:endParaRPr>
          </a:p>
        </p:txBody>
      </p:sp>
      <p:sp>
        <p:nvSpPr>
          <p:cNvPr id="8" name="Plus Sign 7">
            <a:extLst>
              <a:ext uri="{FF2B5EF4-FFF2-40B4-BE49-F238E27FC236}">
                <a16:creationId xmlns:a16="http://schemas.microsoft.com/office/drawing/2014/main" id="{5F29F28B-2BAC-4E78-99E4-2DE569A5B013}"/>
              </a:ext>
            </a:extLst>
          </p:cNvPr>
          <p:cNvSpPr/>
          <p:nvPr/>
        </p:nvSpPr>
        <p:spPr>
          <a:xfrm>
            <a:off x="3558209" y="2468562"/>
            <a:ext cx="609489" cy="533055"/>
          </a:xfrm>
          <a:prstGeom prst="mathPlus">
            <a:avLst/>
          </a:prstGeom>
          <a:solidFill>
            <a:srgbClr val="B3CDF3"/>
          </a:solidFill>
          <a:ln>
            <a:solidFill>
              <a:srgbClr val="B3CD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Equals 10">
            <a:extLst>
              <a:ext uri="{FF2B5EF4-FFF2-40B4-BE49-F238E27FC236}">
                <a16:creationId xmlns:a16="http://schemas.microsoft.com/office/drawing/2014/main" id="{102D6683-7A51-4554-B654-71F8E11AFA85}"/>
              </a:ext>
            </a:extLst>
          </p:cNvPr>
          <p:cNvSpPr/>
          <p:nvPr/>
        </p:nvSpPr>
        <p:spPr>
          <a:xfrm>
            <a:off x="5891236" y="2528192"/>
            <a:ext cx="939540" cy="605727"/>
          </a:xfrm>
          <a:prstGeom prst="mathEqual">
            <a:avLst/>
          </a:prstGeom>
          <a:solidFill>
            <a:srgbClr val="B3CDF3"/>
          </a:solidFill>
          <a:ln>
            <a:solidFill>
              <a:srgbClr val="B3CD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7AE314-EA0E-4B15-9AF5-998C865DCA46}"/>
              </a:ext>
            </a:extLst>
          </p:cNvPr>
          <p:cNvSpPr txBox="1"/>
          <p:nvPr/>
        </p:nvSpPr>
        <p:spPr>
          <a:xfrm>
            <a:off x="6755880" y="3816640"/>
            <a:ext cx="20209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E4042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Données exactes !</a:t>
            </a:r>
          </a:p>
          <a:p>
            <a:pPr algn="ctr"/>
            <a:r>
              <a:rPr lang="fr-FR" b="1" dirty="0">
                <a:solidFill>
                  <a:srgbClr val="E4042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Et rapide à traitées!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7ABC0B-73C5-4B11-A215-7CC1552A540B}"/>
              </a:ext>
            </a:extLst>
          </p:cNvPr>
          <p:cNvSpPr txBox="1"/>
          <p:nvPr/>
        </p:nvSpPr>
        <p:spPr>
          <a:xfrm>
            <a:off x="8411102" y="4563549"/>
            <a:ext cx="365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Poppins" panose="00000500000000000000" pitchFamily="2" charset="0"/>
                <a:cs typeface="Poppins" panose="00000500000000000000" pitchFamily="2" charset="0"/>
              </a:rPr>
              <a:t>4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90277" y="2059415"/>
            <a:ext cx="1024670" cy="1024670"/>
          </a:xfrm>
          <a:prstGeom prst="rect">
            <a:avLst/>
          </a:prstGeom>
        </p:spPr>
      </p:pic>
      <p:pic>
        <p:nvPicPr>
          <p:cNvPr id="3" name="Picture 2" descr="A hand holding a cellphone with a qr code&#10;&#10;AI-generated content may be incorrect.">
            <a:extLst>
              <a:ext uri="{FF2B5EF4-FFF2-40B4-BE49-F238E27FC236}">
                <a16:creationId xmlns:a16="http://schemas.microsoft.com/office/drawing/2014/main" id="{183D1FFA-F0C4-7C1D-BE90-D2ED1FD86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9006" y="2059415"/>
            <a:ext cx="1447443" cy="1447443"/>
          </a:xfrm>
          <a:prstGeom prst="rect">
            <a:avLst/>
          </a:prstGeom>
        </p:spPr>
      </p:pic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A9A479A-4E9E-0A9E-DA25-CBC397E4F0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87" y="1962117"/>
            <a:ext cx="1376570" cy="1376570"/>
          </a:xfrm>
          <a:prstGeom prst="rect">
            <a:avLst/>
          </a:prstGeom>
        </p:spPr>
      </p:pic>
      <p:pic>
        <p:nvPicPr>
          <p:cNvPr id="12" name="Picture 11" descr="A blue and white logo with a blue gear and a blue check mark&#10;&#10;AI-generated content may be incorrect.">
            <a:extLst>
              <a:ext uri="{FF2B5EF4-FFF2-40B4-BE49-F238E27FC236}">
                <a16:creationId xmlns:a16="http://schemas.microsoft.com/office/drawing/2014/main" id="{F9E54206-5D3A-BFA0-E465-023BB472EF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9890" y="1962117"/>
            <a:ext cx="1313919" cy="1313919"/>
          </a:xfrm>
          <a:prstGeom prst="rect">
            <a:avLst/>
          </a:prstGeom>
        </p:spPr>
      </p:pic>
      <p:sp>
        <p:nvSpPr>
          <p:cNvPr id="15" name="Plus Sign 14">
            <a:extLst>
              <a:ext uri="{FF2B5EF4-FFF2-40B4-BE49-F238E27FC236}">
                <a16:creationId xmlns:a16="http://schemas.microsoft.com/office/drawing/2014/main" id="{1233E742-BA29-04FB-489D-A7E93CB00F9B}"/>
              </a:ext>
            </a:extLst>
          </p:cNvPr>
          <p:cNvSpPr/>
          <p:nvPr/>
        </p:nvSpPr>
        <p:spPr>
          <a:xfrm>
            <a:off x="1958035" y="2468562"/>
            <a:ext cx="609489" cy="533055"/>
          </a:xfrm>
          <a:prstGeom prst="mathPlus">
            <a:avLst/>
          </a:prstGeom>
          <a:solidFill>
            <a:srgbClr val="B3CDF3"/>
          </a:solidFill>
          <a:ln>
            <a:solidFill>
              <a:srgbClr val="B3CD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67222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8" grpId="0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d179f39a2e_3_69"/>
          <p:cNvSpPr/>
          <p:nvPr/>
        </p:nvSpPr>
        <p:spPr>
          <a:xfrm rot="-6146075">
            <a:off x="-418834" y="-493159"/>
            <a:ext cx="3027518" cy="3027518"/>
          </a:xfrm>
          <a:prstGeom prst="ellipse">
            <a:avLst/>
          </a:prstGeom>
          <a:solidFill>
            <a:srgbClr val="FFFFFF">
              <a:alpha val="61570"/>
            </a:srgbClr>
          </a:solidFill>
          <a:ln>
            <a:noFill/>
          </a:ln>
          <a:effectLst>
            <a:outerShdw blurRad="185738" dist="28575" dir="4440000" algn="bl" rotWithShape="0">
              <a:schemeClr val="dk2">
                <a:alpha val="1882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8" name="Google Shape;98;g2d179f39a2e_3_69"/>
          <p:cNvSpPr txBox="1">
            <a:spLocks noGrp="1"/>
          </p:cNvSpPr>
          <p:nvPr>
            <p:ph type="title"/>
          </p:nvPr>
        </p:nvSpPr>
        <p:spPr>
          <a:xfrm>
            <a:off x="362466" y="3355800"/>
            <a:ext cx="6129773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fr-FR" sz="4800" dirty="0">
                <a:solidFill>
                  <a:srgbClr val="7030A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Phase de cadrage</a:t>
            </a:r>
            <a:br>
              <a:rPr lang="fr-FR" sz="700" dirty="0">
                <a:solidFill>
                  <a:srgbClr val="7030A0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endParaRPr sz="5400" b="0" dirty="0">
              <a:solidFill>
                <a:srgbClr val="7030A0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9" name="Google Shape;99;g2d179f39a2e_3_69"/>
          <p:cNvSpPr txBox="1">
            <a:spLocks noGrp="1"/>
          </p:cNvSpPr>
          <p:nvPr>
            <p:ph type="title" idx="2"/>
          </p:nvPr>
        </p:nvSpPr>
        <p:spPr>
          <a:xfrm>
            <a:off x="713225" y="1020600"/>
            <a:ext cx="1630200" cy="10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fr-FR" dirty="0">
                <a:solidFill>
                  <a:srgbClr val="3F153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03</a:t>
            </a:r>
            <a:endParaRPr dirty="0">
              <a:solidFill>
                <a:srgbClr val="3F153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100" name="Google Shape;100;g2d179f39a2e_3_69"/>
          <p:cNvCxnSpPr/>
          <p:nvPr/>
        </p:nvCxnSpPr>
        <p:spPr>
          <a:xfrm>
            <a:off x="0" y="4346975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" name="Google Shape;101;g2d179f39a2e_3_69"/>
          <p:cNvSpPr/>
          <p:nvPr/>
        </p:nvSpPr>
        <p:spPr>
          <a:xfrm>
            <a:off x="7063225" y="-648600"/>
            <a:ext cx="2486100" cy="2486100"/>
          </a:xfrm>
          <a:prstGeom prst="donut">
            <a:avLst>
              <a:gd name="adj" fmla="val 1599"/>
            </a:avLst>
          </a:prstGeom>
          <a:solidFill>
            <a:srgbClr val="E40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02" name="Google Shape;102;g2d179f39a2e_3_69"/>
          <p:cNvSpPr/>
          <p:nvPr/>
        </p:nvSpPr>
        <p:spPr>
          <a:xfrm>
            <a:off x="0" y="4620975"/>
            <a:ext cx="1868400" cy="1868400"/>
          </a:xfrm>
          <a:prstGeom prst="ellipse">
            <a:avLst/>
          </a:prstGeom>
          <a:noFill/>
          <a:ln w="9525" cap="flat" cmpd="sng">
            <a:solidFill>
              <a:srgbClr val="E40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04168678"/>
      </p:ext>
    </p:extLst>
  </p:cSld>
  <p:clrMapOvr>
    <a:masterClrMapping/>
  </p:clrMapOvr>
  <p:transition spd="slow">
    <p:push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d179f39a2e_3_138"/>
          <p:cNvSpPr/>
          <p:nvPr/>
        </p:nvSpPr>
        <p:spPr>
          <a:xfrm>
            <a:off x="7816850" y="285700"/>
            <a:ext cx="777132" cy="793076"/>
          </a:xfrm>
          <a:custGeom>
            <a:avLst/>
            <a:gdLst/>
            <a:ahLst/>
            <a:cxnLst/>
            <a:rect l="l" t="t" r="r" b="b"/>
            <a:pathLst>
              <a:path w="66922" h="68295" fill="none" extrusionOk="0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miter lim="211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2d179f39a2e_3_138"/>
          <p:cNvSpPr/>
          <p:nvPr/>
        </p:nvSpPr>
        <p:spPr>
          <a:xfrm rot="10800000">
            <a:off x="437675" y="4078250"/>
            <a:ext cx="777132" cy="793076"/>
          </a:xfrm>
          <a:custGeom>
            <a:avLst/>
            <a:gdLst/>
            <a:ahLst/>
            <a:cxnLst/>
            <a:rect l="l" t="t" r="r" b="b"/>
            <a:pathLst>
              <a:path w="66922" h="68295" fill="none" extrusionOk="0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miter lim="211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2d179f39a2e_3_138"/>
          <p:cNvSpPr txBox="1"/>
          <p:nvPr/>
        </p:nvSpPr>
        <p:spPr>
          <a:xfrm>
            <a:off x="1809717" y="249779"/>
            <a:ext cx="5307179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 dirty="0">
                <a:solidFill>
                  <a:srgbClr val="3F153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Phase de cadrage: </a:t>
            </a:r>
            <a:r>
              <a:rPr lang="fr-FR" sz="2800" dirty="0">
                <a:solidFill>
                  <a:srgbClr val="7030A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Acteurs</a:t>
            </a:r>
            <a:endParaRPr sz="2800" dirty="0">
              <a:solidFill>
                <a:srgbClr val="7030A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AF15E5-C39F-45AE-B80F-1FCBEFE9B1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56205" y="2036826"/>
            <a:ext cx="944659" cy="9446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39A896E-B538-4597-BEE8-F5AA3F7153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85939" y="2036826"/>
            <a:ext cx="944659" cy="94465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6C2CEAA-1929-4AEC-88FD-7BC625990A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72237" y="2036826"/>
            <a:ext cx="944659" cy="94465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93FC37E-07DA-4632-AFED-F6BA65D31EDC}"/>
              </a:ext>
            </a:extLst>
          </p:cNvPr>
          <p:cNvSpPr txBox="1"/>
          <p:nvPr/>
        </p:nvSpPr>
        <p:spPr>
          <a:xfrm>
            <a:off x="1997376" y="3046399"/>
            <a:ext cx="862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Poppins" panose="00000500000000000000" pitchFamily="2" charset="0"/>
                <a:cs typeface="Poppins" panose="00000500000000000000" pitchFamily="2" charset="0"/>
              </a:rPr>
              <a:t>RH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309BFB7-4013-40CE-93D3-EEC249659D30}"/>
              </a:ext>
            </a:extLst>
          </p:cNvPr>
          <p:cNvSpPr txBox="1"/>
          <p:nvPr/>
        </p:nvSpPr>
        <p:spPr>
          <a:xfrm>
            <a:off x="4108136" y="3046398"/>
            <a:ext cx="1100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Poppins" panose="00000500000000000000" pitchFamily="2" charset="0"/>
                <a:cs typeface="Poppins" panose="00000500000000000000" pitchFamily="2" charset="0"/>
              </a:rPr>
              <a:t>Employé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320F62F-3B04-465F-9044-974C4D122ABB}"/>
              </a:ext>
            </a:extLst>
          </p:cNvPr>
          <p:cNvSpPr txBox="1"/>
          <p:nvPr/>
        </p:nvSpPr>
        <p:spPr>
          <a:xfrm>
            <a:off x="6044382" y="3046398"/>
            <a:ext cx="12003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Poppins" panose="00000500000000000000" pitchFamily="2" charset="0"/>
                <a:cs typeface="Poppins" panose="00000500000000000000" pitchFamily="2" charset="0"/>
              </a:rPr>
              <a:t>Candidat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E6D45B-DD80-4496-B23D-88BCD93450B6}"/>
              </a:ext>
            </a:extLst>
          </p:cNvPr>
          <p:cNvSpPr txBox="1"/>
          <p:nvPr/>
        </p:nvSpPr>
        <p:spPr>
          <a:xfrm>
            <a:off x="8411102" y="4563549"/>
            <a:ext cx="365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Poppins" panose="00000500000000000000" pitchFamily="2" charset="0"/>
                <a:cs typeface="Poppins" panose="00000500000000000000" pitchFamily="2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115548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1" grpId="0"/>
      <p:bldP spid="3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d179f39a2e_3_138"/>
          <p:cNvSpPr/>
          <p:nvPr/>
        </p:nvSpPr>
        <p:spPr>
          <a:xfrm>
            <a:off x="7816850" y="285700"/>
            <a:ext cx="777132" cy="793076"/>
          </a:xfrm>
          <a:custGeom>
            <a:avLst/>
            <a:gdLst/>
            <a:ahLst/>
            <a:cxnLst/>
            <a:rect l="l" t="t" r="r" b="b"/>
            <a:pathLst>
              <a:path w="66922" h="68295" fill="none" extrusionOk="0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miter lim="211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109" name="Google Shape;109;g2d179f39a2e_3_138"/>
          <p:cNvSpPr/>
          <p:nvPr/>
        </p:nvSpPr>
        <p:spPr>
          <a:xfrm rot="10800000">
            <a:off x="437675" y="4078250"/>
            <a:ext cx="777132" cy="793076"/>
          </a:xfrm>
          <a:custGeom>
            <a:avLst/>
            <a:gdLst/>
            <a:ahLst/>
            <a:cxnLst/>
            <a:rect l="l" t="t" r="r" b="b"/>
            <a:pathLst>
              <a:path w="66922" h="68295" fill="none" extrusionOk="0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miter lim="211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111" name="Google Shape;111;g2d179f39a2e_3_138"/>
          <p:cNvSpPr txBox="1"/>
          <p:nvPr/>
        </p:nvSpPr>
        <p:spPr>
          <a:xfrm>
            <a:off x="1214807" y="249779"/>
            <a:ext cx="6761405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dirty="0">
                <a:solidFill>
                  <a:srgbClr val="3F1534"/>
                </a:solidFill>
                <a:latin typeface="Poppins" panose="00000500000000000000" pitchFamily="2" charset="0"/>
                <a:ea typeface="Poppins ExtraBold"/>
                <a:cs typeface="Poppins" panose="00000500000000000000" pitchFamily="2" charset="0"/>
                <a:sym typeface="Poppins ExtraBold"/>
              </a:rPr>
              <a:t>Phase de cadrage: </a:t>
            </a:r>
            <a:r>
              <a:rPr lang="fr-FR" sz="2400" b="1" dirty="0">
                <a:solidFill>
                  <a:srgbClr val="7030A0"/>
                </a:solidFill>
                <a:latin typeface="Poppins" panose="00000500000000000000" pitchFamily="2" charset="0"/>
                <a:ea typeface="Poppins ExtraBold"/>
                <a:cs typeface="Poppins" panose="00000500000000000000" pitchFamily="2" charset="0"/>
                <a:sym typeface="Poppins ExtraBold"/>
              </a:rPr>
              <a:t>Besoins fonctionnels</a:t>
            </a:r>
            <a:endParaRPr sz="2400" b="1" dirty="0">
              <a:solidFill>
                <a:srgbClr val="7030A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CEF7FE-058D-4E55-B85F-D415B93C0C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9966" y="2131183"/>
            <a:ext cx="1457957" cy="14579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BC454C-D6EA-49D9-B0DA-A04AFF1F2BD2}"/>
              </a:ext>
            </a:extLst>
          </p:cNvPr>
          <p:cNvSpPr txBox="1"/>
          <p:nvPr/>
        </p:nvSpPr>
        <p:spPr>
          <a:xfrm>
            <a:off x="967786" y="3681792"/>
            <a:ext cx="862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Poppins" panose="00000500000000000000" pitchFamily="2" charset="0"/>
                <a:cs typeface="Poppins" panose="00000500000000000000" pitchFamily="2" charset="0"/>
              </a:rPr>
              <a:t>HR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60C353B-FEBB-45A0-96DF-0D2A1F6344F6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127923" y="2860162"/>
            <a:ext cx="638979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1A1F95A-8D94-4EC8-A843-AF5BA509FEFB}"/>
              </a:ext>
            </a:extLst>
          </p:cNvPr>
          <p:cNvCxnSpPr>
            <a:cxnSpLocks/>
          </p:cNvCxnSpPr>
          <p:nvPr/>
        </p:nvCxnSpPr>
        <p:spPr>
          <a:xfrm>
            <a:off x="2766899" y="990600"/>
            <a:ext cx="12495" cy="3704699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F685275-E4FB-4EC7-89FB-CA58189F4690}"/>
              </a:ext>
            </a:extLst>
          </p:cNvPr>
          <p:cNvCxnSpPr>
            <a:cxnSpLocks/>
          </p:cNvCxnSpPr>
          <p:nvPr/>
        </p:nvCxnSpPr>
        <p:spPr>
          <a:xfrm>
            <a:off x="2766902" y="1866808"/>
            <a:ext cx="638979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2D09150-1EBB-4D83-8032-F7F7ACA568D1}"/>
              </a:ext>
            </a:extLst>
          </p:cNvPr>
          <p:cNvCxnSpPr>
            <a:cxnSpLocks/>
          </p:cNvCxnSpPr>
          <p:nvPr/>
        </p:nvCxnSpPr>
        <p:spPr>
          <a:xfrm>
            <a:off x="2766902" y="3824826"/>
            <a:ext cx="638979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B8FC6E-F5BF-474B-A206-0C39088097BD}"/>
              </a:ext>
            </a:extLst>
          </p:cNvPr>
          <p:cNvCxnSpPr>
            <a:cxnSpLocks/>
          </p:cNvCxnSpPr>
          <p:nvPr/>
        </p:nvCxnSpPr>
        <p:spPr>
          <a:xfrm>
            <a:off x="2766901" y="2385408"/>
            <a:ext cx="638979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4582015-D43D-45C1-967E-34B127206F7A}"/>
              </a:ext>
            </a:extLst>
          </p:cNvPr>
          <p:cNvSpPr txBox="1"/>
          <p:nvPr/>
        </p:nvSpPr>
        <p:spPr>
          <a:xfrm>
            <a:off x="3494018" y="1272618"/>
            <a:ext cx="46092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Gérer les employés (Ajouter/Modifier/Supprimer)</a:t>
            </a:r>
          </a:p>
          <a:p>
            <a:br>
              <a:rPr lang="fr-FR" dirty="0"/>
            </a:br>
            <a:endParaRPr lang="fr-FR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5B2E11-D933-4CF4-8BDD-41F153DBE271}"/>
              </a:ext>
            </a:extLst>
          </p:cNvPr>
          <p:cNvSpPr txBox="1"/>
          <p:nvPr/>
        </p:nvSpPr>
        <p:spPr>
          <a:xfrm>
            <a:off x="3494014" y="1707444"/>
            <a:ext cx="63288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Créer/Modifier / Supprimer une offre d'emploi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05AB2F6-DEAA-49CA-9888-1AF1CEF9BEE6}"/>
              </a:ext>
            </a:extLst>
          </p:cNvPr>
          <p:cNvCxnSpPr>
            <a:cxnSpLocks/>
          </p:cNvCxnSpPr>
          <p:nvPr/>
        </p:nvCxnSpPr>
        <p:spPr>
          <a:xfrm>
            <a:off x="2766902" y="2860162"/>
            <a:ext cx="638979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F9EBD05-B011-4091-9C75-10E2BA075F3B}"/>
              </a:ext>
            </a:extLst>
          </p:cNvPr>
          <p:cNvCxnSpPr>
            <a:cxnSpLocks/>
          </p:cNvCxnSpPr>
          <p:nvPr/>
        </p:nvCxnSpPr>
        <p:spPr>
          <a:xfrm>
            <a:off x="2766900" y="3387135"/>
            <a:ext cx="638979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3E6CC34-D478-4A5C-9178-9C157036EEB1}"/>
              </a:ext>
            </a:extLst>
          </p:cNvPr>
          <p:cNvCxnSpPr>
            <a:cxnSpLocks/>
          </p:cNvCxnSpPr>
          <p:nvPr/>
        </p:nvCxnSpPr>
        <p:spPr>
          <a:xfrm>
            <a:off x="2766899" y="4292528"/>
            <a:ext cx="638979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17756C9-2753-4348-99C2-E624D95E110F}"/>
              </a:ext>
            </a:extLst>
          </p:cNvPr>
          <p:cNvSpPr txBox="1"/>
          <p:nvPr/>
        </p:nvSpPr>
        <p:spPr>
          <a:xfrm>
            <a:off x="3473462" y="2197443"/>
            <a:ext cx="50219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Générer des QR Codes pour les employés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22D108-E2CD-46B2-BC7A-181C6EF7AD8B}"/>
              </a:ext>
            </a:extLst>
          </p:cNvPr>
          <p:cNvSpPr txBox="1"/>
          <p:nvPr/>
        </p:nvSpPr>
        <p:spPr>
          <a:xfrm>
            <a:off x="3473462" y="2672273"/>
            <a:ext cx="4841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dirty="0"/>
              <a:t>Activer / Désactiver une offre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5868EA-AF0B-4911-A8EA-C9A29B0571A3}"/>
              </a:ext>
            </a:extLst>
          </p:cNvPr>
          <p:cNvSpPr txBox="1"/>
          <p:nvPr/>
        </p:nvSpPr>
        <p:spPr>
          <a:xfrm>
            <a:off x="3494014" y="3233246"/>
            <a:ext cx="4841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Approuver ou Rejeter les demandes de congés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A4C38B-2E87-45E0-B766-4AD074791396}"/>
              </a:ext>
            </a:extLst>
          </p:cNvPr>
          <p:cNvSpPr txBox="1"/>
          <p:nvPr/>
        </p:nvSpPr>
        <p:spPr>
          <a:xfrm>
            <a:off x="3494014" y="3650420"/>
            <a:ext cx="4841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dirty="0"/>
              <a:t>Consulter les candidatures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467BF6D-DFF7-4760-9025-C38701928471}"/>
              </a:ext>
            </a:extLst>
          </p:cNvPr>
          <p:cNvCxnSpPr>
            <a:cxnSpLocks/>
          </p:cNvCxnSpPr>
          <p:nvPr/>
        </p:nvCxnSpPr>
        <p:spPr>
          <a:xfrm>
            <a:off x="2779394" y="1413281"/>
            <a:ext cx="638979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BCE0C1E-9F59-48B8-B76B-CE0AF2DCE9FF}"/>
              </a:ext>
            </a:extLst>
          </p:cNvPr>
          <p:cNvSpPr txBox="1"/>
          <p:nvPr/>
        </p:nvSpPr>
        <p:spPr>
          <a:xfrm>
            <a:off x="3473462" y="4078250"/>
            <a:ext cx="4841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Filtrer les candidats par compétences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5812772-CAE7-45BF-8AEF-8E450127362D}"/>
              </a:ext>
            </a:extLst>
          </p:cNvPr>
          <p:cNvSpPr txBox="1"/>
          <p:nvPr/>
        </p:nvSpPr>
        <p:spPr>
          <a:xfrm>
            <a:off x="8411102" y="4563549"/>
            <a:ext cx="365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Poppins" panose="00000500000000000000" pitchFamily="2" charset="0"/>
                <a:cs typeface="Poppins" panose="00000500000000000000" pitchFamily="2" charset="0"/>
              </a:rPr>
              <a:t>7</a:t>
            </a:r>
          </a:p>
        </p:txBody>
      </p:sp>
      <p:cxnSp>
        <p:nvCxnSpPr>
          <p:cNvPr id="36" name="Straight Connector 30">
            <a:extLst>
              <a:ext uri="{FF2B5EF4-FFF2-40B4-BE49-F238E27FC236}">
                <a16:creationId xmlns:a16="http://schemas.microsoft.com/office/drawing/2014/main" id="{B467BF6D-DFF7-4760-9025-C38701928471}"/>
              </a:ext>
            </a:extLst>
          </p:cNvPr>
          <p:cNvCxnSpPr>
            <a:cxnSpLocks/>
          </p:cNvCxnSpPr>
          <p:nvPr/>
        </p:nvCxnSpPr>
        <p:spPr>
          <a:xfrm>
            <a:off x="2779394" y="990600"/>
            <a:ext cx="638979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24">
            <a:extLst>
              <a:ext uri="{FF2B5EF4-FFF2-40B4-BE49-F238E27FC236}">
                <a16:creationId xmlns:a16="http://schemas.microsoft.com/office/drawing/2014/main" id="{E3E6CC34-D478-4A5C-9178-9C157036EEB1}"/>
              </a:ext>
            </a:extLst>
          </p:cNvPr>
          <p:cNvCxnSpPr>
            <a:cxnSpLocks/>
          </p:cNvCxnSpPr>
          <p:nvPr/>
        </p:nvCxnSpPr>
        <p:spPr>
          <a:xfrm>
            <a:off x="2779394" y="4695299"/>
            <a:ext cx="638979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20">
            <a:extLst>
              <a:ext uri="{FF2B5EF4-FFF2-40B4-BE49-F238E27FC236}">
                <a16:creationId xmlns:a16="http://schemas.microsoft.com/office/drawing/2014/main" id="{C4582015-D43D-45C1-967E-34B127206F7A}"/>
              </a:ext>
            </a:extLst>
          </p:cNvPr>
          <p:cNvSpPr txBox="1"/>
          <p:nvPr/>
        </p:nvSpPr>
        <p:spPr>
          <a:xfrm>
            <a:off x="3473462" y="881314"/>
            <a:ext cx="1834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Poppins" panose="00000500000000000000" pitchFamily="2" charset="0"/>
                <a:cs typeface="Poppins" panose="00000500000000000000" pitchFamily="2" charset="0"/>
              </a:rPr>
              <a:t>S’authentifier</a:t>
            </a:r>
          </a:p>
        </p:txBody>
      </p:sp>
      <p:sp>
        <p:nvSpPr>
          <p:cNvPr id="39" name="TextBox 20">
            <a:extLst>
              <a:ext uri="{FF2B5EF4-FFF2-40B4-BE49-F238E27FC236}">
                <a16:creationId xmlns:a16="http://schemas.microsoft.com/office/drawing/2014/main" id="{C4582015-D43D-45C1-967E-34B127206F7A}"/>
              </a:ext>
            </a:extLst>
          </p:cNvPr>
          <p:cNvSpPr txBox="1"/>
          <p:nvPr/>
        </p:nvSpPr>
        <p:spPr>
          <a:xfrm>
            <a:off x="3494018" y="4505228"/>
            <a:ext cx="27135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Poppins" panose="00000500000000000000" pitchFamily="2" charset="0"/>
                <a:cs typeface="Poppins" panose="00000500000000000000" pitchFamily="2" charset="0"/>
              </a:rPr>
              <a:t>Gérer les Contrats</a:t>
            </a:r>
          </a:p>
        </p:txBody>
      </p:sp>
    </p:spTree>
    <p:extLst>
      <p:ext uri="{BB962C8B-B14F-4D97-AF65-F5344CB8AC3E}">
        <p14:creationId xmlns:p14="http://schemas.microsoft.com/office/powerpoint/2010/main" val="14935072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1" grpId="0"/>
      <p:bldP spid="23" grpId="0"/>
      <p:bldP spid="26" grpId="0"/>
      <p:bldP spid="27" grpId="0"/>
      <p:bldP spid="28" grpId="0"/>
      <p:bldP spid="30" grpId="0"/>
      <p:bldP spid="34" grpId="0"/>
      <p:bldP spid="38" grpId="0"/>
      <p:bldP spid="3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d179f39a2e_3_138"/>
          <p:cNvSpPr/>
          <p:nvPr/>
        </p:nvSpPr>
        <p:spPr>
          <a:xfrm>
            <a:off x="7816850" y="285700"/>
            <a:ext cx="777132" cy="793076"/>
          </a:xfrm>
          <a:custGeom>
            <a:avLst/>
            <a:gdLst/>
            <a:ahLst/>
            <a:cxnLst/>
            <a:rect l="l" t="t" r="r" b="b"/>
            <a:pathLst>
              <a:path w="66922" h="68295" fill="none" extrusionOk="0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miter lim="211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109" name="Google Shape;109;g2d179f39a2e_3_138"/>
          <p:cNvSpPr/>
          <p:nvPr/>
        </p:nvSpPr>
        <p:spPr>
          <a:xfrm rot="10800000">
            <a:off x="437675" y="4078250"/>
            <a:ext cx="777132" cy="793076"/>
          </a:xfrm>
          <a:custGeom>
            <a:avLst/>
            <a:gdLst/>
            <a:ahLst/>
            <a:cxnLst/>
            <a:rect l="l" t="t" r="r" b="b"/>
            <a:pathLst>
              <a:path w="66922" h="68295" fill="none" extrusionOk="0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miter lim="211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111" name="Google Shape;111;g2d179f39a2e_3_138"/>
          <p:cNvSpPr txBox="1"/>
          <p:nvPr/>
        </p:nvSpPr>
        <p:spPr>
          <a:xfrm>
            <a:off x="1214807" y="249779"/>
            <a:ext cx="6761405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dirty="0">
                <a:solidFill>
                  <a:srgbClr val="3F1534"/>
                </a:solidFill>
                <a:latin typeface="Poppins" panose="00000500000000000000" pitchFamily="2" charset="0"/>
                <a:ea typeface="Poppins ExtraBold"/>
                <a:cs typeface="Poppins" panose="00000500000000000000" pitchFamily="2" charset="0"/>
                <a:sym typeface="Poppins ExtraBold"/>
              </a:rPr>
              <a:t>Phase de cadrage: </a:t>
            </a:r>
            <a:r>
              <a:rPr lang="fr-FR" sz="2400" b="1" dirty="0">
                <a:solidFill>
                  <a:srgbClr val="7030A0"/>
                </a:solidFill>
                <a:latin typeface="Poppins" panose="00000500000000000000" pitchFamily="2" charset="0"/>
                <a:ea typeface="Poppins ExtraBold"/>
                <a:cs typeface="Poppins" panose="00000500000000000000" pitchFamily="2" charset="0"/>
                <a:sym typeface="Poppins ExtraBold"/>
              </a:rPr>
              <a:t>Besoins fonctionnels</a:t>
            </a:r>
            <a:endParaRPr sz="2400" b="1" dirty="0">
              <a:solidFill>
                <a:srgbClr val="7030A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CEF7FE-058D-4E55-B85F-D415B93C0C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36085" y="1897856"/>
            <a:ext cx="1457957" cy="14579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BC454C-D6EA-49D9-B0DA-A04AFF1F2BD2}"/>
              </a:ext>
            </a:extLst>
          </p:cNvPr>
          <p:cNvSpPr txBox="1"/>
          <p:nvPr/>
        </p:nvSpPr>
        <p:spPr>
          <a:xfrm>
            <a:off x="1984994" y="3438250"/>
            <a:ext cx="1160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Poppins" panose="00000500000000000000" pitchFamily="2" charset="0"/>
                <a:cs typeface="Poppins" panose="00000500000000000000" pitchFamily="2" charset="0"/>
              </a:rPr>
              <a:t>Employé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60C353B-FEBB-45A0-96DF-0D2A1F6344F6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294042" y="2626835"/>
            <a:ext cx="638979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1A1F95A-8D94-4EC8-A843-AF5BA509FEFB}"/>
              </a:ext>
            </a:extLst>
          </p:cNvPr>
          <p:cNvCxnSpPr>
            <a:cxnSpLocks/>
          </p:cNvCxnSpPr>
          <p:nvPr/>
        </p:nvCxnSpPr>
        <p:spPr>
          <a:xfrm>
            <a:off x="3933021" y="1476608"/>
            <a:ext cx="0" cy="2430576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F685275-E4FB-4EC7-89FB-CA58189F4690}"/>
              </a:ext>
            </a:extLst>
          </p:cNvPr>
          <p:cNvCxnSpPr>
            <a:cxnSpLocks/>
          </p:cNvCxnSpPr>
          <p:nvPr/>
        </p:nvCxnSpPr>
        <p:spPr>
          <a:xfrm>
            <a:off x="3933021" y="1992709"/>
            <a:ext cx="638979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2D09150-1EBB-4D83-8032-F7F7ACA568D1}"/>
              </a:ext>
            </a:extLst>
          </p:cNvPr>
          <p:cNvCxnSpPr>
            <a:cxnSpLocks/>
          </p:cNvCxnSpPr>
          <p:nvPr/>
        </p:nvCxnSpPr>
        <p:spPr>
          <a:xfrm>
            <a:off x="3933021" y="3243156"/>
            <a:ext cx="638979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B8FC6E-F5BF-474B-A206-0C39088097BD}"/>
              </a:ext>
            </a:extLst>
          </p:cNvPr>
          <p:cNvCxnSpPr>
            <a:cxnSpLocks/>
          </p:cNvCxnSpPr>
          <p:nvPr/>
        </p:nvCxnSpPr>
        <p:spPr>
          <a:xfrm>
            <a:off x="3933021" y="2626835"/>
            <a:ext cx="638979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4582015-D43D-45C1-967E-34B127206F7A}"/>
              </a:ext>
            </a:extLst>
          </p:cNvPr>
          <p:cNvSpPr txBox="1"/>
          <p:nvPr/>
        </p:nvSpPr>
        <p:spPr>
          <a:xfrm>
            <a:off x="4572000" y="1830939"/>
            <a:ext cx="28411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Pointer présence via QR Code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DC7151-F2E5-4DEE-BF6B-F1A11570F895}"/>
              </a:ext>
            </a:extLst>
          </p:cNvPr>
          <p:cNvSpPr txBox="1"/>
          <p:nvPr/>
        </p:nvSpPr>
        <p:spPr>
          <a:xfrm>
            <a:off x="4595509" y="3071373"/>
            <a:ext cx="4298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dirty="0"/>
              <a:t>Demander un congé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5B2E11-D933-4CF4-8BDD-41F153DBE271}"/>
              </a:ext>
            </a:extLst>
          </p:cNvPr>
          <p:cNvSpPr txBox="1"/>
          <p:nvPr/>
        </p:nvSpPr>
        <p:spPr>
          <a:xfrm>
            <a:off x="4572000" y="2472946"/>
            <a:ext cx="36278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Consulter son historique de présence</a:t>
            </a:r>
            <a:endParaRPr lang="fr-FR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569E43-723F-4F7B-A004-28D6905557B6}"/>
              </a:ext>
            </a:extLst>
          </p:cNvPr>
          <p:cNvSpPr txBox="1"/>
          <p:nvPr/>
        </p:nvSpPr>
        <p:spPr>
          <a:xfrm>
            <a:off x="8411102" y="4563549"/>
            <a:ext cx="365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Poppins" panose="00000500000000000000" pitchFamily="2" charset="0"/>
                <a:cs typeface="Poppins" panose="00000500000000000000" pitchFamily="2" charset="0"/>
              </a:rPr>
              <a:t>6</a:t>
            </a:r>
          </a:p>
        </p:txBody>
      </p:sp>
      <p:cxnSp>
        <p:nvCxnSpPr>
          <p:cNvPr id="33" name="Straight Connector 16">
            <a:extLst>
              <a:ext uri="{FF2B5EF4-FFF2-40B4-BE49-F238E27FC236}">
                <a16:creationId xmlns:a16="http://schemas.microsoft.com/office/drawing/2014/main" id="{0F685275-E4FB-4EC7-89FB-CA58189F4690}"/>
              </a:ext>
            </a:extLst>
          </p:cNvPr>
          <p:cNvCxnSpPr>
            <a:cxnSpLocks/>
          </p:cNvCxnSpPr>
          <p:nvPr/>
        </p:nvCxnSpPr>
        <p:spPr>
          <a:xfrm>
            <a:off x="3933021" y="1476608"/>
            <a:ext cx="638979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17">
            <a:extLst>
              <a:ext uri="{FF2B5EF4-FFF2-40B4-BE49-F238E27FC236}">
                <a16:creationId xmlns:a16="http://schemas.microsoft.com/office/drawing/2014/main" id="{82D09150-1EBB-4D83-8032-F7F7ACA568D1}"/>
              </a:ext>
            </a:extLst>
          </p:cNvPr>
          <p:cNvCxnSpPr>
            <a:cxnSpLocks/>
          </p:cNvCxnSpPr>
          <p:nvPr/>
        </p:nvCxnSpPr>
        <p:spPr>
          <a:xfrm>
            <a:off x="3933021" y="3907184"/>
            <a:ext cx="638979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20">
            <a:extLst>
              <a:ext uri="{FF2B5EF4-FFF2-40B4-BE49-F238E27FC236}">
                <a16:creationId xmlns:a16="http://schemas.microsoft.com/office/drawing/2014/main" id="{C4582015-D43D-45C1-967E-34B127206F7A}"/>
              </a:ext>
            </a:extLst>
          </p:cNvPr>
          <p:cNvSpPr txBox="1"/>
          <p:nvPr/>
        </p:nvSpPr>
        <p:spPr>
          <a:xfrm>
            <a:off x="4571999" y="1299827"/>
            <a:ext cx="26837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Poppins" panose="00000500000000000000" pitchFamily="2" charset="0"/>
                <a:cs typeface="Poppins" panose="00000500000000000000" pitchFamily="2" charset="0"/>
              </a:rPr>
              <a:t>Login à sa session</a:t>
            </a:r>
          </a:p>
        </p:txBody>
      </p:sp>
      <p:sp>
        <p:nvSpPr>
          <p:cNvPr id="36" name="TextBox 21">
            <a:extLst>
              <a:ext uri="{FF2B5EF4-FFF2-40B4-BE49-F238E27FC236}">
                <a16:creationId xmlns:a16="http://schemas.microsoft.com/office/drawing/2014/main" id="{FFDC7151-F2E5-4DEE-BF6B-F1A11570F895}"/>
              </a:ext>
            </a:extLst>
          </p:cNvPr>
          <p:cNvSpPr txBox="1"/>
          <p:nvPr/>
        </p:nvSpPr>
        <p:spPr>
          <a:xfrm>
            <a:off x="4595508" y="3756242"/>
            <a:ext cx="3380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dirty="0"/>
              <a:t>Consulter son profil</a:t>
            </a:r>
          </a:p>
        </p:txBody>
      </p:sp>
    </p:spTree>
    <p:extLst>
      <p:ext uri="{BB962C8B-B14F-4D97-AF65-F5344CB8AC3E}">
        <p14:creationId xmlns:p14="http://schemas.microsoft.com/office/powerpoint/2010/main" val="29064666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1" grpId="0"/>
      <p:bldP spid="22" grpId="0"/>
      <p:bldP spid="23" grpId="0"/>
      <p:bldP spid="35" grpId="0"/>
      <p:bldP spid="3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d179f39a2e_3_138"/>
          <p:cNvSpPr/>
          <p:nvPr/>
        </p:nvSpPr>
        <p:spPr>
          <a:xfrm>
            <a:off x="7816850" y="285700"/>
            <a:ext cx="777132" cy="793076"/>
          </a:xfrm>
          <a:custGeom>
            <a:avLst/>
            <a:gdLst/>
            <a:ahLst/>
            <a:cxnLst/>
            <a:rect l="l" t="t" r="r" b="b"/>
            <a:pathLst>
              <a:path w="66922" h="68295" fill="none" extrusionOk="0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miter lim="211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109" name="Google Shape;109;g2d179f39a2e_3_138"/>
          <p:cNvSpPr/>
          <p:nvPr/>
        </p:nvSpPr>
        <p:spPr>
          <a:xfrm rot="10800000">
            <a:off x="402037" y="3848283"/>
            <a:ext cx="777132" cy="793076"/>
          </a:xfrm>
          <a:custGeom>
            <a:avLst/>
            <a:gdLst/>
            <a:ahLst/>
            <a:cxnLst/>
            <a:rect l="l" t="t" r="r" b="b"/>
            <a:pathLst>
              <a:path w="66922" h="68295" fill="none" extrusionOk="0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miter lim="211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111" name="Google Shape;111;g2d179f39a2e_3_138"/>
          <p:cNvSpPr txBox="1"/>
          <p:nvPr/>
        </p:nvSpPr>
        <p:spPr>
          <a:xfrm>
            <a:off x="1214807" y="249779"/>
            <a:ext cx="6761405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dirty="0">
                <a:solidFill>
                  <a:srgbClr val="3F1534"/>
                </a:solidFill>
                <a:latin typeface="Poppins" panose="00000500000000000000" pitchFamily="2" charset="0"/>
                <a:ea typeface="Poppins ExtraBold"/>
                <a:cs typeface="Poppins" panose="00000500000000000000" pitchFamily="2" charset="0"/>
                <a:sym typeface="Poppins ExtraBold"/>
              </a:rPr>
              <a:t>Phase de cadrage: </a:t>
            </a:r>
            <a:r>
              <a:rPr lang="fr-FR" sz="2400" b="1" dirty="0">
                <a:solidFill>
                  <a:srgbClr val="7030A0"/>
                </a:solidFill>
                <a:latin typeface="Poppins" panose="00000500000000000000" pitchFamily="2" charset="0"/>
                <a:ea typeface="Poppins ExtraBold"/>
                <a:cs typeface="Poppins" panose="00000500000000000000" pitchFamily="2" charset="0"/>
                <a:sym typeface="Poppins ExtraBold"/>
              </a:rPr>
              <a:t>Besoins fonctionnels</a:t>
            </a:r>
            <a:endParaRPr sz="2400" b="1" dirty="0">
              <a:solidFill>
                <a:srgbClr val="7030A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9861A3-895B-455C-8FDE-B1D70CF6E40B}"/>
              </a:ext>
            </a:extLst>
          </p:cNvPr>
          <p:cNvSpPr txBox="1"/>
          <p:nvPr/>
        </p:nvSpPr>
        <p:spPr>
          <a:xfrm>
            <a:off x="8411102" y="4563549"/>
            <a:ext cx="365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Poppins" panose="00000500000000000000" pitchFamily="2" charset="0"/>
                <a:cs typeface="Poppins" panose="00000500000000000000" pitchFamily="2" charset="0"/>
              </a:rPr>
              <a:t>8</a:t>
            </a:r>
          </a:p>
        </p:txBody>
      </p:sp>
      <p:pic>
        <p:nvPicPr>
          <p:cNvPr id="52" name="Picture 5">
            <a:extLst>
              <a:ext uri="{FF2B5EF4-FFF2-40B4-BE49-F238E27FC236}">
                <a16:creationId xmlns:a16="http://schemas.microsoft.com/office/drawing/2014/main" id="{F1CEF7FE-058D-4E55-B85F-D415B93C0C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88485" y="2050256"/>
            <a:ext cx="1457957" cy="1457957"/>
          </a:xfrm>
          <a:prstGeom prst="rect">
            <a:avLst/>
          </a:prstGeom>
        </p:spPr>
      </p:pic>
      <p:sp>
        <p:nvSpPr>
          <p:cNvPr id="53" name="TextBox 6">
            <a:extLst>
              <a:ext uri="{FF2B5EF4-FFF2-40B4-BE49-F238E27FC236}">
                <a16:creationId xmlns:a16="http://schemas.microsoft.com/office/drawing/2014/main" id="{24BC454C-D6EA-49D9-B0DA-A04AFF1F2BD2}"/>
              </a:ext>
            </a:extLst>
          </p:cNvPr>
          <p:cNvSpPr txBox="1"/>
          <p:nvPr/>
        </p:nvSpPr>
        <p:spPr>
          <a:xfrm>
            <a:off x="2098723" y="3600865"/>
            <a:ext cx="1237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Poppins" panose="00000500000000000000" pitchFamily="2" charset="0"/>
                <a:cs typeface="Poppins" panose="00000500000000000000" pitchFamily="2" charset="0"/>
              </a:rPr>
              <a:t>Candidat</a:t>
            </a:r>
          </a:p>
        </p:txBody>
      </p:sp>
      <p:cxnSp>
        <p:nvCxnSpPr>
          <p:cNvPr id="54" name="Straight Connector 2">
            <a:extLst>
              <a:ext uri="{FF2B5EF4-FFF2-40B4-BE49-F238E27FC236}">
                <a16:creationId xmlns:a16="http://schemas.microsoft.com/office/drawing/2014/main" id="{960C353B-FEBB-45A0-96DF-0D2A1F6344F6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3446442" y="2779235"/>
            <a:ext cx="638979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8">
            <a:extLst>
              <a:ext uri="{FF2B5EF4-FFF2-40B4-BE49-F238E27FC236}">
                <a16:creationId xmlns:a16="http://schemas.microsoft.com/office/drawing/2014/main" id="{D1A1F95A-8D94-4EC8-A843-AF5BA509FEFB}"/>
              </a:ext>
            </a:extLst>
          </p:cNvPr>
          <p:cNvCxnSpPr>
            <a:cxnSpLocks/>
          </p:cNvCxnSpPr>
          <p:nvPr/>
        </p:nvCxnSpPr>
        <p:spPr>
          <a:xfrm>
            <a:off x="4085421" y="1629008"/>
            <a:ext cx="0" cy="2430576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16">
            <a:extLst>
              <a:ext uri="{FF2B5EF4-FFF2-40B4-BE49-F238E27FC236}">
                <a16:creationId xmlns:a16="http://schemas.microsoft.com/office/drawing/2014/main" id="{0F685275-E4FB-4EC7-89FB-CA58189F4690}"/>
              </a:ext>
            </a:extLst>
          </p:cNvPr>
          <p:cNvCxnSpPr>
            <a:cxnSpLocks/>
          </p:cNvCxnSpPr>
          <p:nvPr/>
        </p:nvCxnSpPr>
        <p:spPr>
          <a:xfrm>
            <a:off x="4108929" y="2291116"/>
            <a:ext cx="638979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17">
            <a:extLst>
              <a:ext uri="{FF2B5EF4-FFF2-40B4-BE49-F238E27FC236}">
                <a16:creationId xmlns:a16="http://schemas.microsoft.com/office/drawing/2014/main" id="{82D09150-1EBB-4D83-8032-F7F7ACA568D1}"/>
              </a:ext>
            </a:extLst>
          </p:cNvPr>
          <p:cNvCxnSpPr>
            <a:cxnSpLocks/>
          </p:cNvCxnSpPr>
          <p:nvPr/>
        </p:nvCxnSpPr>
        <p:spPr>
          <a:xfrm>
            <a:off x="4074448" y="3291478"/>
            <a:ext cx="638979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20">
            <a:extLst>
              <a:ext uri="{FF2B5EF4-FFF2-40B4-BE49-F238E27FC236}">
                <a16:creationId xmlns:a16="http://schemas.microsoft.com/office/drawing/2014/main" id="{C4582015-D43D-45C1-967E-34B127206F7A}"/>
              </a:ext>
            </a:extLst>
          </p:cNvPr>
          <p:cNvSpPr txBox="1"/>
          <p:nvPr/>
        </p:nvSpPr>
        <p:spPr>
          <a:xfrm>
            <a:off x="4771415" y="2137227"/>
            <a:ext cx="1834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dirty="0"/>
              <a:t>Postuler à une offre</a:t>
            </a:r>
          </a:p>
        </p:txBody>
      </p:sp>
      <p:cxnSp>
        <p:nvCxnSpPr>
          <p:cNvPr id="61" name="Straight Connector 16">
            <a:extLst>
              <a:ext uri="{FF2B5EF4-FFF2-40B4-BE49-F238E27FC236}">
                <a16:creationId xmlns:a16="http://schemas.microsoft.com/office/drawing/2014/main" id="{0F685275-E4FB-4EC7-89FB-CA58189F4690}"/>
              </a:ext>
            </a:extLst>
          </p:cNvPr>
          <p:cNvCxnSpPr>
            <a:cxnSpLocks/>
          </p:cNvCxnSpPr>
          <p:nvPr/>
        </p:nvCxnSpPr>
        <p:spPr>
          <a:xfrm>
            <a:off x="4085421" y="1629008"/>
            <a:ext cx="638979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17">
            <a:extLst>
              <a:ext uri="{FF2B5EF4-FFF2-40B4-BE49-F238E27FC236}">
                <a16:creationId xmlns:a16="http://schemas.microsoft.com/office/drawing/2014/main" id="{82D09150-1EBB-4D83-8032-F7F7ACA568D1}"/>
              </a:ext>
            </a:extLst>
          </p:cNvPr>
          <p:cNvCxnSpPr>
            <a:cxnSpLocks/>
          </p:cNvCxnSpPr>
          <p:nvPr/>
        </p:nvCxnSpPr>
        <p:spPr>
          <a:xfrm>
            <a:off x="4085421" y="4059584"/>
            <a:ext cx="638979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20">
            <a:extLst>
              <a:ext uri="{FF2B5EF4-FFF2-40B4-BE49-F238E27FC236}">
                <a16:creationId xmlns:a16="http://schemas.microsoft.com/office/drawing/2014/main" id="{C4582015-D43D-45C1-967E-34B127206F7A}"/>
              </a:ext>
            </a:extLst>
          </p:cNvPr>
          <p:cNvSpPr txBox="1"/>
          <p:nvPr/>
        </p:nvSpPr>
        <p:spPr>
          <a:xfrm>
            <a:off x="4724399" y="1452227"/>
            <a:ext cx="39809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Consulter les offres d'emploi disponibles</a:t>
            </a:r>
          </a:p>
        </p:txBody>
      </p:sp>
      <p:sp>
        <p:nvSpPr>
          <p:cNvPr id="64" name="TextBox 21">
            <a:extLst>
              <a:ext uri="{FF2B5EF4-FFF2-40B4-BE49-F238E27FC236}">
                <a16:creationId xmlns:a16="http://schemas.microsoft.com/office/drawing/2014/main" id="{FFDC7151-F2E5-4DEE-BF6B-F1A11570F895}"/>
              </a:ext>
            </a:extLst>
          </p:cNvPr>
          <p:cNvSpPr txBox="1"/>
          <p:nvPr/>
        </p:nvSpPr>
        <p:spPr>
          <a:xfrm>
            <a:off x="4747908" y="3908642"/>
            <a:ext cx="3380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dirty="0"/>
              <a:t>Consulter ses candidatures</a:t>
            </a:r>
          </a:p>
        </p:txBody>
      </p:sp>
      <p:sp>
        <p:nvSpPr>
          <p:cNvPr id="65" name="TextBox 21">
            <a:extLst>
              <a:ext uri="{FF2B5EF4-FFF2-40B4-BE49-F238E27FC236}">
                <a16:creationId xmlns:a16="http://schemas.microsoft.com/office/drawing/2014/main" id="{FFDC7151-F2E5-4DEE-BF6B-F1A11570F895}"/>
              </a:ext>
            </a:extLst>
          </p:cNvPr>
          <p:cNvSpPr txBox="1"/>
          <p:nvPr/>
        </p:nvSpPr>
        <p:spPr>
          <a:xfrm>
            <a:off x="4724399" y="3115919"/>
            <a:ext cx="4298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Voir le statut de ses candidatures par email(Acceptée/Rejetée)</a:t>
            </a:r>
          </a:p>
        </p:txBody>
      </p:sp>
    </p:spTree>
    <p:extLst>
      <p:ext uri="{BB962C8B-B14F-4D97-AF65-F5344CB8AC3E}">
        <p14:creationId xmlns:p14="http://schemas.microsoft.com/office/powerpoint/2010/main" val="36401280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9" grpId="0"/>
      <p:bldP spid="63" grpId="0"/>
      <p:bldP spid="64" grpId="0"/>
      <p:bldP spid="6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d179f39a2e_3_138"/>
          <p:cNvSpPr/>
          <p:nvPr/>
        </p:nvSpPr>
        <p:spPr>
          <a:xfrm>
            <a:off x="7816850" y="285700"/>
            <a:ext cx="777132" cy="793076"/>
          </a:xfrm>
          <a:custGeom>
            <a:avLst/>
            <a:gdLst/>
            <a:ahLst/>
            <a:cxnLst/>
            <a:rect l="l" t="t" r="r" b="b"/>
            <a:pathLst>
              <a:path w="66922" h="68295" fill="none" extrusionOk="0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miter lim="211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109" name="Google Shape;109;g2d179f39a2e_3_138"/>
          <p:cNvSpPr/>
          <p:nvPr/>
        </p:nvSpPr>
        <p:spPr>
          <a:xfrm rot="10800000">
            <a:off x="437675" y="4078250"/>
            <a:ext cx="777132" cy="793076"/>
          </a:xfrm>
          <a:custGeom>
            <a:avLst/>
            <a:gdLst/>
            <a:ahLst/>
            <a:cxnLst/>
            <a:rect l="l" t="t" r="r" b="b"/>
            <a:pathLst>
              <a:path w="66922" h="68295" fill="none" extrusionOk="0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miter lim="211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111" name="Google Shape;111;g2d179f39a2e_3_138"/>
          <p:cNvSpPr txBox="1"/>
          <p:nvPr/>
        </p:nvSpPr>
        <p:spPr>
          <a:xfrm>
            <a:off x="782199" y="249779"/>
            <a:ext cx="7194014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dirty="0">
                <a:solidFill>
                  <a:srgbClr val="3F1534"/>
                </a:solidFill>
                <a:latin typeface="Poppins" panose="00000500000000000000" pitchFamily="2" charset="0"/>
                <a:ea typeface="Poppins ExtraBold"/>
                <a:cs typeface="Poppins" panose="00000500000000000000" pitchFamily="2" charset="0"/>
                <a:sym typeface="Poppins ExtraBold"/>
              </a:rPr>
              <a:t>Phase de cadrage: </a:t>
            </a:r>
            <a:r>
              <a:rPr lang="fr-FR" sz="2400" b="1" dirty="0">
                <a:solidFill>
                  <a:srgbClr val="7030A0"/>
                </a:solidFill>
                <a:latin typeface="Poppins" panose="00000500000000000000" pitchFamily="2" charset="0"/>
                <a:ea typeface="Poppins ExtraBold"/>
                <a:cs typeface="Poppins" panose="00000500000000000000" pitchFamily="2" charset="0"/>
                <a:sym typeface="Poppins ExtraBold"/>
              </a:rPr>
              <a:t>Besoins non fonctionnels</a:t>
            </a:r>
            <a:endParaRPr sz="2400" b="1" dirty="0">
              <a:solidFill>
                <a:srgbClr val="7030A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Arrow: Pentagon 8">
            <a:extLst>
              <a:ext uri="{FF2B5EF4-FFF2-40B4-BE49-F238E27FC236}">
                <a16:creationId xmlns:a16="http://schemas.microsoft.com/office/drawing/2014/main" id="{075ACE39-00F6-4D0D-899C-0504B92F36A9}"/>
              </a:ext>
            </a:extLst>
          </p:cNvPr>
          <p:cNvSpPr/>
          <p:nvPr/>
        </p:nvSpPr>
        <p:spPr>
          <a:xfrm>
            <a:off x="2169029" y="1619480"/>
            <a:ext cx="1229279" cy="688768"/>
          </a:xfrm>
          <a:prstGeom prst="homePlate">
            <a:avLst/>
          </a:prstGeom>
          <a:solidFill>
            <a:srgbClr val="1A7431"/>
          </a:solidFill>
          <a:ln w="12700" cap="flat" cmpd="sng" algn="ctr">
            <a:solidFill>
              <a:srgbClr val="25A244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4" name="Group 9">
            <a:extLst>
              <a:ext uri="{FF2B5EF4-FFF2-40B4-BE49-F238E27FC236}">
                <a16:creationId xmlns:a16="http://schemas.microsoft.com/office/drawing/2014/main" id="{785A54A4-5FFC-44EA-874B-7625891C3D1D}"/>
              </a:ext>
            </a:extLst>
          </p:cNvPr>
          <p:cNvGrpSpPr/>
          <p:nvPr/>
        </p:nvGrpSpPr>
        <p:grpSpPr>
          <a:xfrm>
            <a:off x="3147199" y="1619480"/>
            <a:ext cx="3651501" cy="688768"/>
            <a:chOff x="2189480" y="2153920"/>
            <a:chExt cx="7213599" cy="1137920"/>
          </a:xfrm>
          <a:solidFill>
            <a:srgbClr val="208B3A"/>
          </a:solidFill>
        </p:grpSpPr>
        <p:sp>
          <p:nvSpPr>
            <p:cNvPr id="15" name="Arrow: Chevron 10">
              <a:extLst>
                <a:ext uri="{FF2B5EF4-FFF2-40B4-BE49-F238E27FC236}">
                  <a16:creationId xmlns:a16="http://schemas.microsoft.com/office/drawing/2014/main" id="{816E6DA3-35FE-414F-8C25-8AAED4B47499}"/>
                </a:ext>
              </a:extLst>
            </p:cNvPr>
            <p:cNvSpPr/>
            <p:nvPr/>
          </p:nvSpPr>
          <p:spPr>
            <a:xfrm>
              <a:off x="2189480" y="2153920"/>
              <a:ext cx="7172960" cy="1137920"/>
            </a:xfrm>
            <a:prstGeom prst="chevron">
              <a:avLst/>
            </a:prstGeom>
            <a:grpFill/>
            <a:ln w="12700" cap="flat" cmpd="sng" algn="ctr">
              <a:solidFill>
                <a:srgbClr val="208B3A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6AB67C9-DB8B-420E-9428-C0EC20D95182}"/>
                </a:ext>
              </a:extLst>
            </p:cNvPr>
            <p:cNvSpPr/>
            <p:nvPr/>
          </p:nvSpPr>
          <p:spPr>
            <a:xfrm>
              <a:off x="7779408" y="2153920"/>
              <a:ext cx="1623671" cy="1137920"/>
            </a:xfrm>
            <a:prstGeom prst="rect">
              <a:avLst/>
            </a:prstGeom>
            <a:grpFill/>
            <a:ln w="12700" cap="flat" cmpd="sng" algn="ctr">
              <a:solidFill>
                <a:srgbClr val="208B3A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normalizeH="0" baseline="0" noProof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17" name="Arrow: Pentagon 12">
            <a:extLst>
              <a:ext uri="{FF2B5EF4-FFF2-40B4-BE49-F238E27FC236}">
                <a16:creationId xmlns:a16="http://schemas.microsoft.com/office/drawing/2014/main" id="{C3E02B8A-81B0-4ABB-A7AE-FF88DA0E373C}"/>
              </a:ext>
            </a:extLst>
          </p:cNvPr>
          <p:cNvSpPr/>
          <p:nvPr/>
        </p:nvSpPr>
        <p:spPr>
          <a:xfrm>
            <a:off x="2169029" y="2377786"/>
            <a:ext cx="1229279" cy="688768"/>
          </a:xfrm>
          <a:prstGeom prst="homePlate">
            <a:avLst/>
          </a:prstGeom>
          <a:solidFill>
            <a:srgbClr val="2DC653"/>
          </a:solidFill>
          <a:ln w="12700" cap="flat" cmpd="sng" algn="ctr">
            <a:solidFill>
              <a:srgbClr val="2DC653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8" name="Group 13">
            <a:extLst>
              <a:ext uri="{FF2B5EF4-FFF2-40B4-BE49-F238E27FC236}">
                <a16:creationId xmlns:a16="http://schemas.microsoft.com/office/drawing/2014/main" id="{27A90AFD-4BC5-4E84-9D37-DE99357541CF}"/>
              </a:ext>
            </a:extLst>
          </p:cNvPr>
          <p:cNvGrpSpPr/>
          <p:nvPr/>
        </p:nvGrpSpPr>
        <p:grpSpPr>
          <a:xfrm>
            <a:off x="3147198" y="2377786"/>
            <a:ext cx="3651502" cy="688768"/>
            <a:chOff x="2189480" y="2153920"/>
            <a:chExt cx="7213599" cy="1137920"/>
          </a:xfrm>
          <a:solidFill>
            <a:srgbClr val="2DC653"/>
          </a:solidFill>
        </p:grpSpPr>
        <p:sp>
          <p:nvSpPr>
            <p:cNvPr id="19" name="Arrow: Chevron 14">
              <a:extLst>
                <a:ext uri="{FF2B5EF4-FFF2-40B4-BE49-F238E27FC236}">
                  <a16:creationId xmlns:a16="http://schemas.microsoft.com/office/drawing/2014/main" id="{21BD350F-B15E-41FF-AE61-D4D2A53FF851}"/>
                </a:ext>
              </a:extLst>
            </p:cNvPr>
            <p:cNvSpPr/>
            <p:nvPr/>
          </p:nvSpPr>
          <p:spPr>
            <a:xfrm>
              <a:off x="2189480" y="2153920"/>
              <a:ext cx="7172960" cy="1137920"/>
            </a:xfrm>
            <a:prstGeom prst="chevron">
              <a:avLst/>
            </a:prstGeom>
            <a:grpFill/>
            <a:ln w="12700" cap="flat" cmpd="sng" algn="ctr">
              <a:solidFill>
                <a:srgbClr val="2DC653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1CCC5FB-F3AA-458D-A9C5-A82BBC1433EB}"/>
                </a:ext>
              </a:extLst>
            </p:cNvPr>
            <p:cNvSpPr/>
            <p:nvPr/>
          </p:nvSpPr>
          <p:spPr>
            <a:xfrm>
              <a:off x="7779408" y="2153920"/>
              <a:ext cx="1623671" cy="1137920"/>
            </a:xfrm>
            <a:prstGeom prst="rect">
              <a:avLst/>
            </a:prstGeom>
            <a:grpFill/>
            <a:ln w="12700" cap="flat" cmpd="sng" algn="ctr">
              <a:solidFill>
                <a:srgbClr val="2DC653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21" name="Arrow: Pentagon 16">
            <a:extLst>
              <a:ext uri="{FF2B5EF4-FFF2-40B4-BE49-F238E27FC236}">
                <a16:creationId xmlns:a16="http://schemas.microsoft.com/office/drawing/2014/main" id="{E8FFD91F-0C5D-4F97-B08C-5A2EBD2FB090}"/>
              </a:ext>
            </a:extLst>
          </p:cNvPr>
          <p:cNvSpPr/>
          <p:nvPr/>
        </p:nvSpPr>
        <p:spPr>
          <a:xfrm>
            <a:off x="2169029" y="3136094"/>
            <a:ext cx="1229279" cy="688768"/>
          </a:xfrm>
          <a:prstGeom prst="homePlate">
            <a:avLst/>
          </a:prstGeom>
          <a:solidFill>
            <a:srgbClr val="E40424"/>
          </a:solidFill>
          <a:ln w="12700" cap="flat" cmpd="sng" algn="ctr">
            <a:solidFill>
              <a:srgbClr val="EAF1FC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2" name="Group 17">
            <a:extLst>
              <a:ext uri="{FF2B5EF4-FFF2-40B4-BE49-F238E27FC236}">
                <a16:creationId xmlns:a16="http://schemas.microsoft.com/office/drawing/2014/main" id="{E5B36F4E-6B2C-48B9-97A0-7E7CB79A424B}"/>
              </a:ext>
            </a:extLst>
          </p:cNvPr>
          <p:cNvGrpSpPr/>
          <p:nvPr/>
        </p:nvGrpSpPr>
        <p:grpSpPr>
          <a:xfrm>
            <a:off x="3147198" y="3136094"/>
            <a:ext cx="3651502" cy="688768"/>
            <a:chOff x="2189480" y="2153920"/>
            <a:chExt cx="7213599" cy="1137920"/>
          </a:xfrm>
          <a:solidFill>
            <a:srgbClr val="E40424"/>
          </a:solidFill>
        </p:grpSpPr>
        <p:sp>
          <p:nvSpPr>
            <p:cNvPr id="23" name="Arrow: Chevron 18">
              <a:extLst>
                <a:ext uri="{FF2B5EF4-FFF2-40B4-BE49-F238E27FC236}">
                  <a16:creationId xmlns:a16="http://schemas.microsoft.com/office/drawing/2014/main" id="{EF70B41F-BB13-412F-A287-C03221A5E167}"/>
                </a:ext>
              </a:extLst>
            </p:cNvPr>
            <p:cNvSpPr/>
            <p:nvPr/>
          </p:nvSpPr>
          <p:spPr>
            <a:xfrm>
              <a:off x="2189480" y="2153920"/>
              <a:ext cx="7172960" cy="1137920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C3DD562-FDEA-41E3-8DB5-E5AA08CDDA2E}"/>
                </a:ext>
              </a:extLst>
            </p:cNvPr>
            <p:cNvSpPr/>
            <p:nvPr/>
          </p:nvSpPr>
          <p:spPr>
            <a:xfrm>
              <a:off x="7779408" y="2153920"/>
              <a:ext cx="1623671" cy="1137920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25" name="TextBox 27">
            <a:extLst>
              <a:ext uri="{FF2B5EF4-FFF2-40B4-BE49-F238E27FC236}">
                <a16:creationId xmlns:a16="http://schemas.microsoft.com/office/drawing/2014/main" id="{FFBB010D-8489-4B46-848A-6AE195BBDDA0}"/>
              </a:ext>
            </a:extLst>
          </p:cNvPr>
          <p:cNvSpPr txBox="1"/>
          <p:nvPr/>
        </p:nvSpPr>
        <p:spPr>
          <a:xfrm>
            <a:off x="2224757" y="1673300"/>
            <a:ext cx="837726" cy="567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cs typeface="Poppins" panose="00000500000000000000" pitchFamily="2" charset="0"/>
              </a:rPr>
              <a:t>0</a:t>
            </a:r>
            <a:r>
              <a:rPr lang="en-US" sz="4000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Noto Sans" panose="020B0502040504020204" pitchFamily="34"/>
              <a:cs typeface="Poppins" panose="00000500000000000000" pitchFamily="2" charset="0"/>
            </a:endParaRPr>
          </a:p>
        </p:txBody>
      </p:sp>
      <p:sp>
        <p:nvSpPr>
          <p:cNvPr id="26" name="TextBox 28">
            <a:extLst>
              <a:ext uri="{FF2B5EF4-FFF2-40B4-BE49-F238E27FC236}">
                <a16:creationId xmlns:a16="http://schemas.microsoft.com/office/drawing/2014/main" id="{9B6EBC79-527B-4194-AF56-1B81A2BB3046}"/>
              </a:ext>
            </a:extLst>
          </p:cNvPr>
          <p:cNvSpPr txBox="1"/>
          <p:nvPr/>
        </p:nvSpPr>
        <p:spPr>
          <a:xfrm>
            <a:off x="2224757" y="2448451"/>
            <a:ext cx="837726" cy="567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cs typeface="Poppins" panose="00000500000000000000" pitchFamily="2" charset="0"/>
              </a:rPr>
              <a:t>0</a:t>
            </a:r>
            <a:r>
              <a:rPr lang="en-US" sz="4000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Noto Sans" panose="020B0502040504020204" pitchFamily="34"/>
              <a:cs typeface="Poppins" panose="00000500000000000000" pitchFamily="2" charset="0"/>
            </a:endParaRPr>
          </a:p>
        </p:txBody>
      </p:sp>
      <p:sp>
        <p:nvSpPr>
          <p:cNvPr id="27" name="TextBox 29">
            <a:extLst>
              <a:ext uri="{FF2B5EF4-FFF2-40B4-BE49-F238E27FC236}">
                <a16:creationId xmlns:a16="http://schemas.microsoft.com/office/drawing/2014/main" id="{5E48EA32-C29B-47B6-9745-DC08C81F7B88}"/>
              </a:ext>
            </a:extLst>
          </p:cNvPr>
          <p:cNvSpPr txBox="1"/>
          <p:nvPr/>
        </p:nvSpPr>
        <p:spPr>
          <a:xfrm>
            <a:off x="2224757" y="3196856"/>
            <a:ext cx="837726" cy="567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cs typeface="Poppins" panose="00000500000000000000" pitchFamily="2" charset="0"/>
              </a:rPr>
              <a:t>0</a:t>
            </a:r>
            <a:r>
              <a:rPr lang="en-US" sz="4000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Noto Sans" panose="020B0502040504020204" pitchFamily="34"/>
              <a:cs typeface="Poppins" panose="00000500000000000000" pitchFamily="2" charset="0"/>
            </a:endParaRPr>
          </a:p>
        </p:txBody>
      </p:sp>
      <p:sp>
        <p:nvSpPr>
          <p:cNvPr id="28" name="TextBox 37">
            <a:extLst>
              <a:ext uri="{FF2B5EF4-FFF2-40B4-BE49-F238E27FC236}">
                <a16:creationId xmlns:a16="http://schemas.microsoft.com/office/drawing/2014/main" id="{B7C7D8F2-1F19-4B9A-891A-6BF624A21776}"/>
              </a:ext>
            </a:extLst>
          </p:cNvPr>
          <p:cNvSpPr txBox="1"/>
          <p:nvPr/>
        </p:nvSpPr>
        <p:spPr>
          <a:xfrm>
            <a:off x="3880327" y="1746477"/>
            <a:ext cx="2646871" cy="419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800" b="1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Sécurité</a:t>
            </a:r>
            <a:r>
              <a:rPr lang="fr-FR" sz="18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 </a:t>
            </a:r>
            <a:endParaRPr kumimoji="0" lang="en-GB" sz="15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Poppins" panose="00000500000000000000" pitchFamily="2" charset="0"/>
              <a:ea typeface="Noto Sans" panose="020B0502040504020204" pitchFamily="34"/>
              <a:cs typeface="Poppins" panose="00000500000000000000" pitchFamily="2" charset="0"/>
            </a:endParaRPr>
          </a:p>
        </p:txBody>
      </p:sp>
      <p:sp>
        <p:nvSpPr>
          <p:cNvPr id="29" name="TextBox 37">
            <a:extLst>
              <a:ext uri="{FF2B5EF4-FFF2-40B4-BE49-F238E27FC236}">
                <a16:creationId xmlns:a16="http://schemas.microsoft.com/office/drawing/2014/main" id="{2C056028-6490-485C-9446-3CD1FAEFDEAC}"/>
              </a:ext>
            </a:extLst>
          </p:cNvPr>
          <p:cNvSpPr txBox="1"/>
          <p:nvPr/>
        </p:nvSpPr>
        <p:spPr>
          <a:xfrm>
            <a:off x="3880326" y="2502462"/>
            <a:ext cx="2646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800" b="1" dirty="0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Performance</a:t>
            </a:r>
            <a:r>
              <a:rPr lang="fr-FR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 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Poppins" panose="00000500000000000000" pitchFamily="2" charset="0"/>
              <a:ea typeface="Noto Sans" panose="020B0502040504020204" pitchFamily="34"/>
              <a:cs typeface="Poppins" panose="00000500000000000000" pitchFamily="2" charset="0"/>
            </a:endParaRPr>
          </a:p>
        </p:txBody>
      </p:sp>
      <p:sp>
        <p:nvSpPr>
          <p:cNvPr id="30" name="TextBox 37">
            <a:extLst>
              <a:ext uri="{FF2B5EF4-FFF2-40B4-BE49-F238E27FC236}">
                <a16:creationId xmlns:a16="http://schemas.microsoft.com/office/drawing/2014/main" id="{7C3F13AD-8585-4F4E-998E-007F972D8FE8}"/>
              </a:ext>
            </a:extLst>
          </p:cNvPr>
          <p:cNvSpPr txBox="1"/>
          <p:nvPr/>
        </p:nvSpPr>
        <p:spPr>
          <a:xfrm>
            <a:off x="3880326" y="3301085"/>
            <a:ext cx="2646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800" b="1" dirty="0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Portabilité</a:t>
            </a:r>
            <a:r>
              <a:rPr lang="fr-FR" sz="18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 </a:t>
            </a:r>
            <a:endParaRPr kumimoji="0" lang="en-GB" sz="15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Poppins" panose="00000500000000000000" pitchFamily="2" charset="0"/>
              <a:ea typeface="Noto Sans" panose="020B0502040504020204" pitchFamily="34"/>
              <a:cs typeface="Poppins" panose="00000500000000000000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5DCBF7-BBA7-4687-B5F8-CFEC348483E8}"/>
              </a:ext>
            </a:extLst>
          </p:cNvPr>
          <p:cNvSpPr txBox="1"/>
          <p:nvPr/>
        </p:nvSpPr>
        <p:spPr>
          <a:xfrm>
            <a:off x="8411102" y="4563549"/>
            <a:ext cx="365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Poppins" panose="00000500000000000000" pitchFamily="2" charset="0"/>
                <a:cs typeface="Poppins" panose="00000500000000000000" pitchFamily="2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71709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 animBg="1"/>
      <p:bldP spid="21" grpId="0" animBg="1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d179f39a2e_3_69"/>
          <p:cNvSpPr/>
          <p:nvPr/>
        </p:nvSpPr>
        <p:spPr>
          <a:xfrm rot="-6146075">
            <a:off x="-418834" y="-493159"/>
            <a:ext cx="3027518" cy="3027518"/>
          </a:xfrm>
          <a:prstGeom prst="ellipse">
            <a:avLst/>
          </a:prstGeom>
          <a:solidFill>
            <a:srgbClr val="FFFFFF">
              <a:alpha val="61570"/>
            </a:srgbClr>
          </a:solidFill>
          <a:ln>
            <a:noFill/>
          </a:ln>
          <a:effectLst>
            <a:outerShdw blurRad="185738" dist="28575" dir="4440000" algn="bl" rotWithShape="0">
              <a:schemeClr val="dk2">
                <a:alpha val="1882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8" name="Google Shape;98;g2d179f39a2e_3_69"/>
          <p:cNvSpPr txBox="1">
            <a:spLocks noGrp="1"/>
          </p:cNvSpPr>
          <p:nvPr>
            <p:ph type="title"/>
          </p:nvPr>
        </p:nvSpPr>
        <p:spPr>
          <a:xfrm>
            <a:off x="362466" y="3355800"/>
            <a:ext cx="7569954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fr-FR" sz="4800" dirty="0">
                <a:solidFill>
                  <a:srgbClr val="7030A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Analyse et conception</a:t>
            </a:r>
            <a:br>
              <a:rPr lang="fr-FR" sz="700" dirty="0">
                <a:solidFill>
                  <a:srgbClr val="7030A0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endParaRPr lang="fr-FR" sz="5400" b="0" dirty="0">
              <a:solidFill>
                <a:srgbClr val="7030A0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9" name="Google Shape;99;g2d179f39a2e_3_69"/>
          <p:cNvSpPr txBox="1">
            <a:spLocks noGrp="1"/>
          </p:cNvSpPr>
          <p:nvPr>
            <p:ph type="title" idx="2"/>
          </p:nvPr>
        </p:nvSpPr>
        <p:spPr>
          <a:xfrm>
            <a:off x="713225" y="1020600"/>
            <a:ext cx="1630200" cy="10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fr-FR" dirty="0">
                <a:solidFill>
                  <a:srgbClr val="3F153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04</a:t>
            </a:r>
            <a:endParaRPr dirty="0">
              <a:solidFill>
                <a:srgbClr val="3F153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100" name="Google Shape;100;g2d179f39a2e_3_69"/>
          <p:cNvCxnSpPr/>
          <p:nvPr/>
        </p:nvCxnSpPr>
        <p:spPr>
          <a:xfrm>
            <a:off x="0" y="4346975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" name="Google Shape;101;g2d179f39a2e_3_69"/>
          <p:cNvSpPr/>
          <p:nvPr/>
        </p:nvSpPr>
        <p:spPr>
          <a:xfrm>
            <a:off x="7063225" y="-648600"/>
            <a:ext cx="2486100" cy="2486100"/>
          </a:xfrm>
          <a:prstGeom prst="donut">
            <a:avLst>
              <a:gd name="adj" fmla="val 1599"/>
            </a:avLst>
          </a:prstGeom>
          <a:solidFill>
            <a:srgbClr val="E40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E40400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02" name="Google Shape;102;g2d179f39a2e_3_69"/>
          <p:cNvSpPr/>
          <p:nvPr/>
        </p:nvSpPr>
        <p:spPr>
          <a:xfrm>
            <a:off x="0" y="4620975"/>
            <a:ext cx="1868400" cy="1868400"/>
          </a:xfrm>
          <a:prstGeom prst="ellipse">
            <a:avLst/>
          </a:prstGeom>
          <a:noFill/>
          <a:ln w="9525" cap="flat" cmpd="sng">
            <a:solidFill>
              <a:srgbClr val="E40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865292464"/>
      </p:ext>
    </p:extLst>
  </p:cSld>
  <p:clrMapOvr>
    <a:masterClrMapping/>
  </p:clrMapOvr>
  <p:transition spd="slow">
    <p:push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d179f39a2e_3_138"/>
          <p:cNvSpPr/>
          <p:nvPr/>
        </p:nvSpPr>
        <p:spPr>
          <a:xfrm>
            <a:off x="7816850" y="219598"/>
            <a:ext cx="777132" cy="793076"/>
          </a:xfrm>
          <a:custGeom>
            <a:avLst/>
            <a:gdLst/>
            <a:ahLst/>
            <a:cxnLst/>
            <a:rect l="l" t="t" r="r" b="b"/>
            <a:pathLst>
              <a:path w="66922" h="68295" fill="none" extrusionOk="0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miter lim="211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2d179f39a2e_3_138"/>
          <p:cNvSpPr/>
          <p:nvPr/>
        </p:nvSpPr>
        <p:spPr>
          <a:xfrm rot="10800000">
            <a:off x="437675" y="4078250"/>
            <a:ext cx="777132" cy="793076"/>
          </a:xfrm>
          <a:custGeom>
            <a:avLst/>
            <a:gdLst/>
            <a:ahLst/>
            <a:cxnLst/>
            <a:rect l="l" t="t" r="r" b="b"/>
            <a:pathLst>
              <a:path w="66922" h="68295" fill="none" extrusionOk="0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miter lim="211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2d179f39a2e_3_138"/>
          <p:cNvSpPr txBox="1"/>
          <p:nvPr/>
        </p:nvSpPr>
        <p:spPr>
          <a:xfrm>
            <a:off x="691064" y="106558"/>
            <a:ext cx="8681536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dirty="0">
                <a:solidFill>
                  <a:srgbClr val="3F153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Analyse et conception: </a:t>
            </a:r>
            <a:r>
              <a:rPr lang="fr-FR" sz="2200" dirty="0">
                <a:solidFill>
                  <a:srgbClr val="7030A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Diagramme de cas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dirty="0">
                <a:solidFill>
                  <a:srgbClr val="7030A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                                                              d’utilisation:</a:t>
            </a:r>
            <a:endParaRPr sz="2200" dirty="0">
              <a:solidFill>
                <a:srgbClr val="7030A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68BAE0-A217-4303-87CB-1DD0B200C4A8}"/>
              </a:ext>
            </a:extLst>
          </p:cNvPr>
          <p:cNvSpPr txBox="1"/>
          <p:nvPr/>
        </p:nvSpPr>
        <p:spPr>
          <a:xfrm>
            <a:off x="8411102" y="4563549"/>
            <a:ext cx="365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Poppins" panose="00000500000000000000" pitchFamily="2" charset="0"/>
                <a:cs typeface="Poppins" panose="00000500000000000000" pitchFamily="2" charset="0"/>
              </a:rPr>
              <a:t>14</a:t>
            </a:r>
          </a:p>
        </p:txBody>
      </p:sp>
      <p:pic>
        <p:nvPicPr>
          <p:cNvPr id="3" name="Picture 2" descr="A diagram of a company&#10;&#10;AI-generated content may be incorrect.">
            <a:extLst>
              <a:ext uri="{FF2B5EF4-FFF2-40B4-BE49-F238E27FC236}">
                <a16:creationId xmlns:a16="http://schemas.microsoft.com/office/drawing/2014/main" id="{C8CE6A82-B0DC-5951-2770-8C88DC31A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365" y="914400"/>
            <a:ext cx="651727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243522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d179f39a2e_3_138"/>
          <p:cNvSpPr/>
          <p:nvPr/>
        </p:nvSpPr>
        <p:spPr>
          <a:xfrm>
            <a:off x="7816850" y="285700"/>
            <a:ext cx="777132" cy="793076"/>
          </a:xfrm>
          <a:custGeom>
            <a:avLst/>
            <a:gdLst/>
            <a:ahLst/>
            <a:cxnLst/>
            <a:rect l="l" t="t" r="r" b="b"/>
            <a:pathLst>
              <a:path w="66922" h="68295" fill="none" extrusionOk="0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miter lim="211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2d179f39a2e_3_138"/>
          <p:cNvSpPr/>
          <p:nvPr/>
        </p:nvSpPr>
        <p:spPr>
          <a:xfrm rot="10800000">
            <a:off x="437675" y="4078250"/>
            <a:ext cx="777132" cy="793076"/>
          </a:xfrm>
          <a:custGeom>
            <a:avLst/>
            <a:gdLst/>
            <a:ahLst/>
            <a:cxnLst/>
            <a:rect l="l" t="t" r="r" b="b"/>
            <a:pathLst>
              <a:path w="66922" h="68295" fill="none" extrusionOk="0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miter lim="211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2d179f39a2e_3_138"/>
          <p:cNvSpPr txBox="1"/>
          <p:nvPr/>
        </p:nvSpPr>
        <p:spPr>
          <a:xfrm>
            <a:off x="661012" y="173021"/>
            <a:ext cx="7645706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dirty="0">
                <a:solidFill>
                  <a:srgbClr val="3F153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Analyse et conception: </a:t>
            </a:r>
            <a:r>
              <a:rPr lang="fr-FR" sz="2400" dirty="0">
                <a:solidFill>
                  <a:srgbClr val="7030A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Diagramme de classes</a:t>
            </a:r>
            <a:endParaRPr sz="2400" dirty="0">
              <a:solidFill>
                <a:srgbClr val="7030A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69A63A-9AE9-486D-8E61-8D8956746CD4}"/>
              </a:ext>
            </a:extLst>
          </p:cNvPr>
          <p:cNvSpPr txBox="1"/>
          <p:nvPr/>
        </p:nvSpPr>
        <p:spPr>
          <a:xfrm>
            <a:off x="8411102" y="4563549"/>
            <a:ext cx="365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Poppins" panose="00000500000000000000" pitchFamily="2" charset="0"/>
                <a:cs typeface="Poppins" panose="00000500000000000000" pitchFamily="2" charset="0"/>
              </a:rPr>
              <a:t>15</a:t>
            </a:r>
          </a:p>
        </p:txBody>
      </p:sp>
      <p:pic>
        <p:nvPicPr>
          <p:cNvPr id="8" name="Image 7"/>
          <p:cNvPicPr/>
          <p:nvPr/>
        </p:nvPicPr>
        <p:blipFill>
          <a:blip r:embed="rId3"/>
          <a:srcRect/>
          <a:stretch/>
        </p:blipFill>
        <p:spPr bwMode="auto">
          <a:xfrm>
            <a:off x="2684139" y="631371"/>
            <a:ext cx="3759887" cy="42399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11803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d179f39a2e_3_138"/>
          <p:cNvSpPr/>
          <p:nvPr/>
        </p:nvSpPr>
        <p:spPr>
          <a:xfrm>
            <a:off x="7816850" y="285700"/>
            <a:ext cx="777132" cy="793076"/>
          </a:xfrm>
          <a:custGeom>
            <a:avLst/>
            <a:gdLst/>
            <a:ahLst/>
            <a:cxnLst/>
            <a:rect l="l" t="t" r="r" b="b"/>
            <a:pathLst>
              <a:path w="66922" h="68295" fill="none" extrusionOk="0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miter lim="211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2d179f39a2e_3_138"/>
          <p:cNvSpPr/>
          <p:nvPr/>
        </p:nvSpPr>
        <p:spPr>
          <a:xfrm rot="10800000">
            <a:off x="437675" y="4078250"/>
            <a:ext cx="777132" cy="793076"/>
          </a:xfrm>
          <a:custGeom>
            <a:avLst/>
            <a:gdLst/>
            <a:ahLst/>
            <a:cxnLst/>
            <a:rect l="l" t="t" r="r" b="b"/>
            <a:pathLst>
              <a:path w="66922" h="68295" fill="none" extrusionOk="0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miter lim="211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2d179f39a2e_3_138"/>
          <p:cNvSpPr txBox="1"/>
          <p:nvPr/>
        </p:nvSpPr>
        <p:spPr>
          <a:xfrm>
            <a:off x="437674" y="272174"/>
            <a:ext cx="8298702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dirty="0">
                <a:solidFill>
                  <a:srgbClr val="3F153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Analyse et conception: </a:t>
            </a:r>
            <a:r>
              <a:rPr lang="fr-FR" sz="2400" dirty="0">
                <a:solidFill>
                  <a:srgbClr val="7030A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Diagramme de séquences</a:t>
            </a:r>
            <a:endParaRPr sz="2400" dirty="0">
              <a:solidFill>
                <a:srgbClr val="7030A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A776D3-1189-4EB5-9C50-A5CF66CF290B}"/>
              </a:ext>
            </a:extLst>
          </p:cNvPr>
          <p:cNvSpPr txBox="1"/>
          <p:nvPr/>
        </p:nvSpPr>
        <p:spPr>
          <a:xfrm>
            <a:off x="8411102" y="4563549"/>
            <a:ext cx="365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Poppins" panose="00000500000000000000" pitchFamily="2" charset="0"/>
                <a:cs typeface="Poppins" panose="00000500000000000000" pitchFamily="2" charset="0"/>
              </a:rPr>
              <a:t>16</a:t>
            </a:r>
          </a:p>
        </p:txBody>
      </p:sp>
      <p:pic>
        <p:nvPicPr>
          <p:cNvPr id="8" name="Image 7"/>
          <p:cNvPicPr/>
          <p:nvPr/>
        </p:nvPicPr>
        <p:blipFill>
          <a:blip r:embed="rId3"/>
          <a:srcRect/>
          <a:stretch/>
        </p:blipFill>
        <p:spPr bwMode="auto">
          <a:xfrm>
            <a:off x="2408903" y="826142"/>
            <a:ext cx="4119716" cy="39731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84331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d179f39a2e_3_69"/>
          <p:cNvSpPr/>
          <p:nvPr/>
        </p:nvSpPr>
        <p:spPr>
          <a:xfrm rot="-6146075">
            <a:off x="-418834" y="-493159"/>
            <a:ext cx="3027518" cy="3027518"/>
          </a:xfrm>
          <a:prstGeom prst="ellipse">
            <a:avLst/>
          </a:prstGeom>
          <a:solidFill>
            <a:srgbClr val="FFFFFF">
              <a:alpha val="61570"/>
            </a:srgbClr>
          </a:solidFill>
          <a:ln>
            <a:noFill/>
          </a:ln>
          <a:effectLst>
            <a:outerShdw blurRad="185738" dist="28575" dir="4440000" algn="bl" rotWithShape="0">
              <a:schemeClr val="dk2">
                <a:alpha val="1882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8" name="Google Shape;98;g2d179f39a2e_3_69"/>
          <p:cNvSpPr txBox="1">
            <a:spLocks noGrp="1"/>
          </p:cNvSpPr>
          <p:nvPr>
            <p:ph type="title"/>
          </p:nvPr>
        </p:nvSpPr>
        <p:spPr>
          <a:xfrm>
            <a:off x="362466" y="3322749"/>
            <a:ext cx="728324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fr-FR" sz="4800" dirty="0">
                <a:solidFill>
                  <a:srgbClr val="7030A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Réalisation</a:t>
            </a:r>
            <a:endParaRPr sz="5400" b="0" dirty="0">
              <a:solidFill>
                <a:srgbClr val="7030A0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9" name="Google Shape;99;g2d179f39a2e_3_69"/>
          <p:cNvSpPr txBox="1">
            <a:spLocks noGrp="1"/>
          </p:cNvSpPr>
          <p:nvPr>
            <p:ph type="title" idx="2"/>
          </p:nvPr>
        </p:nvSpPr>
        <p:spPr>
          <a:xfrm>
            <a:off x="713225" y="1020600"/>
            <a:ext cx="1630200" cy="10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fr-FR" dirty="0">
                <a:solidFill>
                  <a:srgbClr val="3F153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05</a:t>
            </a:r>
            <a:endParaRPr dirty="0">
              <a:solidFill>
                <a:srgbClr val="3F153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100" name="Google Shape;100;g2d179f39a2e_3_69"/>
          <p:cNvCxnSpPr/>
          <p:nvPr/>
        </p:nvCxnSpPr>
        <p:spPr>
          <a:xfrm>
            <a:off x="0" y="4346975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" name="Google Shape;101;g2d179f39a2e_3_69"/>
          <p:cNvSpPr/>
          <p:nvPr/>
        </p:nvSpPr>
        <p:spPr>
          <a:xfrm>
            <a:off x="7063225" y="-648600"/>
            <a:ext cx="2486100" cy="2486100"/>
          </a:xfrm>
          <a:prstGeom prst="donut">
            <a:avLst>
              <a:gd name="adj" fmla="val 1599"/>
            </a:avLst>
          </a:prstGeom>
          <a:solidFill>
            <a:srgbClr val="E40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02" name="Google Shape;102;g2d179f39a2e_3_69"/>
          <p:cNvSpPr/>
          <p:nvPr/>
        </p:nvSpPr>
        <p:spPr>
          <a:xfrm>
            <a:off x="0" y="4620975"/>
            <a:ext cx="1868400" cy="1868400"/>
          </a:xfrm>
          <a:prstGeom prst="ellipse">
            <a:avLst/>
          </a:prstGeom>
          <a:noFill/>
          <a:ln w="9525" cap="flat" cmpd="sng">
            <a:solidFill>
              <a:srgbClr val="E40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44844289"/>
      </p:ext>
    </p:extLst>
  </p:cSld>
  <p:clrMapOvr>
    <a:masterClrMapping/>
  </p:clrMapOvr>
  <p:transition spd="slow">
    <p:push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d179f39a2e_3_138"/>
          <p:cNvSpPr/>
          <p:nvPr/>
        </p:nvSpPr>
        <p:spPr>
          <a:xfrm>
            <a:off x="7816850" y="208581"/>
            <a:ext cx="1080000" cy="1080000"/>
          </a:xfrm>
          <a:custGeom>
            <a:avLst/>
            <a:gdLst/>
            <a:ahLst/>
            <a:cxnLst/>
            <a:rect l="l" t="t" r="r" b="b"/>
            <a:pathLst>
              <a:path w="66922" h="68295" fill="none" extrusionOk="0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miter lim="211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2d179f39a2e_3_138"/>
          <p:cNvSpPr/>
          <p:nvPr/>
        </p:nvSpPr>
        <p:spPr>
          <a:xfrm rot="10800000">
            <a:off x="134807" y="3791326"/>
            <a:ext cx="1080000" cy="1080000"/>
          </a:xfrm>
          <a:custGeom>
            <a:avLst/>
            <a:gdLst/>
            <a:ahLst/>
            <a:cxnLst/>
            <a:rect l="l" t="t" r="r" b="b"/>
            <a:pathLst>
              <a:path w="66922" h="68295" fill="none" extrusionOk="0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miter lim="211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2d179f39a2e_3_138"/>
          <p:cNvSpPr txBox="1"/>
          <p:nvPr/>
        </p:nvSpPr>
        <p:spPr>
          <a:xfrm>
            <a:off x="473728" y="173021"/>
            <a:ext cx="8218584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dirty="0">
                <a:solidFill>
                  <a:srgbClr val="3F153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Réalisation:</a:t>
            </a:r>
            <a:r>
              <a:rPr lang="fr-FR" sz="2200" dirty="0">
                <a:solidFill>
                  <a:srgbClr val="00206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</a:t>
            </a:r>
            <a:r>
              <a:rPr lang="fr-FR" sz="2200" dirty="0">
                <a:solidFill>
                  <a:srgbClr val="7030A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Technologies utilisées</a:t>
            </a:r>
            <a:endParaRPr sz="2200" dirty="0">
              <a:solidFill>
                <a:srgbClr val="7030A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1F1F19-5C8B-4DB4-BCD2-58215AEFF923}"/>
              </a:ext>
            </a:extLst>
          </p:cNvPr>
          <p:cNvSpPr txBox="1"/>
          <p:nvPr/>
        </p:nvSpPr>
        <p:spPr>
          <a:xfrm>
            <a:off x="8411102" y="4563549"/>
            <a:ext cx="365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Poppins" panose="00000500000000000000" pitchFamily="2" charset="0"/>
                <a:cs typeface="Poppins" panose="00000500000000000000" pitchFamily="2" charset="0"/>
              </a:rPr>
              <a:t>19</a:t>
            </a:r>
          </a:p>
        </p:txBody>
      </p:sp>
      <p:pic>
        <p:nvPicPr>
          <p:cNvPr id="21" name="Image 20"/>
          <p:cNvPicPr/>
          <p:nvPr/>
        </p:nvPicPr>
        <p:blipFill>
          <a:blip r:embed="rId3"/>
          <a:srcRect/>
          <a:stretch/>
        </p:blipFill>
        <p:spPr bwMode="auto">
          <a:xfrm>
            <a:off x="2128430" y="2206737"/>
            <a:ext cx="1279072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Image 22"/>
          <p:cNvPicPr/>
          <p:nvPr/>
        </p:nvPicPr>
        <p:blipFill>
          <a:blip r:embed="rId4"/>
          <a:srcRect/>
          <a:stretch/>
        </p:blipFill>
        <p:spPr bwMode="auto">
          <a:xfrm>
            <a:off x="5196722" y="2259980"/>
            <a:ext cx="1516312" cy="833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Image 24"/>
          <p:cNvPicPr/>
          <p:nvPr/>
        </p:nvPicPr>
        <p:blipFill>
          <a:blip r:embed="rId5"/>
          <a:srcRect/>
          <a:stretch/>
        </p:blipFill>
        <p:spPr bwMode="auto">
          <a:xfrm>
            <a:off x="3801701" y="2391540"/>
            <a:ext cx="1162050" cy="7103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1661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d179f39a2e_3_138"/>
          <p:cNvSpPr/>
          <p:nvPr/>
        </p:nvSpPr>
        <p:spPr>
          <a:xfrm>
            <a:off x="7816850" y="208581"/>
            <a:ext cx="1800000" cy="1800000"/>
          </a:xfrm>
          <a:custGeom>
            <a:avLst/>
            <a:gdLst/>
            <a:ahLst/>
            <a:cxnLst/>
            <a:rect l="l" t="t" r="r" b="b"/>
            <a:pathLst>
              <a:path w="66922" h="68295" fill="none" extrusionOk="0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miter lim="211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2d179f39a2e_3_138"/>
          <p:cNvSpPr/>
          <p:nvPr/>
        </p:nvSpPr>
        <p:spPr>
          <a:xfrm rot="10800000">
            <a:off x="-585193" y="3071326"/>
            <a:ext cx="1800000" cy="1800000"/>
          </a:xfrm>
          <a:custGeom>
            <a:avLst/>
            <a:gdLst/>
            <a:ahLst/>
            <a:cxnLst/>
            <a:rect l="l" t="t" r="r" b="b"/>
            <a:pathLst>
              <a:path w="66922" h="68295" fill="none" extrusionOk="0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miter lim="211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2d179f39a2e_3_138"/>
          <p:cNvSpPr txBox="1"/>
          <p:nvPr/>
        </p:nvSpPr>
        <p:spPr>
          <a:xfrm>
            <a:off x="473728" y="173021"/>
            <a:ext cx="8339766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dirty="0">
                <a:solidFill>
                  <a:srgbClr val="3F153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Réalisation: </a:t>
            </a:r>
            <a:r>
              <a:rPr lang="fr-FR" sz="2200" dirty="0">
                <a:solidFill>
                  <a:srgbClr val="7030A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Outils et logiciels utilisés</a:t>
            </a:r>
            <a:endParaRPr sz="2200" dirty="0">
              <a:solidFill>
                <a:srgbClr val="7030A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C439BD-2A75-4D23-8A2F-528669D7F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173" y="1545944"/>
            <a:ext cx="1191087" cy="119108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D176CEF-C297-433A-A7F7-D7FA40AF77FD}"/>
              </a:ext>
            </a:extLst>
          </p:cNvPr>
          <p:cNvSpPr txBox="1"/>
          <p:nvPr/>
        </p:nvSpPr>
        <p:spPr>
          <a:xfrm>
            <a:off x="8331389" y="4563549"/>
            <a:ext cx="4454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Poppins" panose="00000500000000000000" pitchFamily="2" charset="0"/>
                <a:cs typeface="Poppins" panose="00000500000000000000" pitchFamily="2" charset="0"/>
              </a:rPr>
              <a:t>20</a:t>
            </a:r>
          </a:p>
        </p:txBody>
      </p:sp>
      <p:pic>
        <p:nvPicPr>
          <p:cNvPr id="16" name="Image 15"/>
          <p:cNvPicPr/>
          <p:nvPr/>
        </p:nvPicPr>
        <p:blipFill>
          <a:blip r:embed="rId4"/>
          <a:srcRect/>
          <a:stretch/>
        </p:blipFill>
        <p:spPr bwMode="auto">
          <a:xfrm>
            <a:off x="3769325" y="1700201"/>
            <a:ext cx="1078762" cy="88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Image 16"/>
          <p:cNvPicPr/>
          <p:nvPr/>
        </p:nvPicPr>
        <p:blipFill>
          <a:blip r:embed="rId5"/>
          <a:srcRect/>
          <a:stretch/>
        </p:blipFill>
        <p:spPr bwMode="auto">
          <a:xfrm>
            <a:off x="1396909" y="1623054"/>
            <a:ext cx="1162090" cy="11620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7653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d179f39a2e_3_138"/>
          <p:cNvSpPr/>
          <p:nvPr/>
        </p:nvSpPr>
        <p:spPr>
          <a:xfrm rot="10800000">
            <a:off x="437675" y="4078250"/>
            <a:ext cx="777132" cy="793076"/>
          </a:xfrm>
          <a:custGeom>
            <a:avLst/>
            <a:gdLst/>
            <a:ahLst/>
            <a:cxnLst/>
            <a:rect l="l" t="t" r="r" b="b"/>
            <a:pathLst>
              <a:path w="66922" h="68295" fill="none" extrusionOk="0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miter lim="211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2d179f39a2e_3_138"/>
          <p:cNvSpPr txBox="1"/>
          <p:nvPr/>
        </p:nvSpPr>
        <p:spPr>
          <a:xfrm>
            <a:off x="473728" y="173021"/>
            <a:ext cx="8218584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dirty="0">
                <a:solidFill>
                  <a:srgbClr val="3F153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Réalisation</a:t>
            </a:r>
            <a:r>
              <a:rPr lang="fr-FR" sz="2200" dirty="0">
                <a:solidFill>
                  <a:srgbClr val="7030A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: Architecture de système</a:t>
            </a:r>
            <a:endParaRPr sz="2200" dirty="0">
              <a:solidFill>
                <a:srgbClr val="7030A0"/>
              </a:solidFill>
            </a:endParaRPr>
          </a:p>
        </p:txBody>
      </p:sp>
      <p:sp>
        <p:nvSpPr>
          <p:cNvPr id="85" name="Google Shape;108;g2d179f39a2e_3_138">
            <a:extLst>
              <a:ext uri="{FF2B5EF4-FFF2-40B4-BE49-F238E27FC236}">
                <a16:creationId xmlns:a16="http://schemas.microsoft.com/office/drawing/2014/main" id="{6CDB2C5F-B944-4BD0-823A-D62469DEB493}"/>
              </a:ext>
            </a:extLst>
          </p:cNvPr>
          <p:cNvSpPr/>
          <p:nvPr/>
        </p:nvSpPr>
        <p:spPr>
          <a:xfrm>
            <a:off x="7868041" y="434616"/>
            <a:ext cx="714096" cy="669939"/>
          </a:xfrm>
          <a:custGeom>
            <a:avLst/>
            <a:gdLst/>
            <a:ahLst/>
            <a:cxnLst/>
            <a:rect l="l" t="t" r="r" b="b"/>
            <a:pathLst>
              <a:path w="66922" h="68295" fill="none" extrusionOk="0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miter lim="211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7;p13">
            <a:extLst>
              <a:ext uri="{FF2B5EF4-FFF2-40B4-BE49-F238E27FC236}">
                <a16:creationId xmlns:a16="http://schemas.microsoft.com/office/drawing/2014/main" id="{3C7AD1C1-112B-4547-825D-1F8B75809704}"/>
              </a:ext>
            </a:extLst>
          </p:cNvPr>
          <p:cNvSpPr/>
          <p:nvPr/>
        </p:nvSpPr>
        <p:spPr>
          <a:xfrm>
            <a:off x="1234193" y="2222530"/>
            <a:ext cx="2068873" cy="184591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9C99689-F15A-4FF7-AB17-683842A81CF5}"/>
              </a:ext>
            </a:extLst>
          </p:cNvPr>
          <p:cNvSpPr txBox="1"/>
          <p:nvPr/>
        </p:nvSpPr>
        <p:spPr>
          <a:xfrm>
            <a:off x="8331389" y="4563549"/>
            <a:ext cx="4454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Poppins" panose="00000500000000000000" pitchFamily="2" charset="0"/>
                <a:cs typeface="Poppins" panose="00000500000000000000" pitchFamily="2" charset="0"/>
              </a:rPr>
              <a:t>21</a:t>
            </a:r>
          </a:p>
        </p:txBody>
      </p:sp>
      <p:pic>
        <p:nvPicPr>
          <p:cNvPr id="39" name="Image 38" descr="C:\Users\hp\Downloads\MVC.drawio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172" y="1189265"/>
            <a:ext cx="5941695" cy="3200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1636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d179f39a2e_3_138"/>
          <p:cNvSpPr/>
          <p:nvPr/>
        </p:nvSpPr>
        <p:spPr>
          <a:xfrm rot="10800000">
            <a:off x="437675" y="4078250"/>
            <a:ext cx="777132" cy="793076"/>
          </a:xfrm>
          <a:custGeom>
            <a:avLst/>
            <a:gdLst/>
            <a:ahLst/>
            <a:cxnLst/>
            <a:rect l="l" t="t" r="r" b="b"/>
            <a:pathLst>
              <a:path w="66922" h="68295" fill="none" extrusionOk="0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miter lim="211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2d179f39a2e_3_138"/>
          <p:cNvSpPr txBox="1"/>
          <p:nvPr/>
        </p:nvSpPr>
        <p:spPr>
          <a:xfrm>
            <a:off x="473728" y="173021"/>
            <a:ext cx="8218584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dirty="0">
                <a:solidFill>
                  <a:srgbClr val="3F153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Réalisation:</a:t>
            </a:r>
            <a:r>
              <a:rPr lang="fr-FR" sz="2200" dirty="0">
                <a:solidFill>
                  <a:srgbClr val="00206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</a:t>
            </a:r>
            <a:r>
              <a:rPr lang="fr-FR" sz="2200" dirty="0">
                <a:solidFill>
                  <a:srgbClr val="7030A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Démonstration</a:t>
            </a:r>
            <a:endParaRPr sz="2200" dirty="0">
              <a:solidFill>
                <a:srgbClr val="7030A0"/>
              </a:solidFill>
            </a:endParaRPr>
          </a:p>
        </p:txBody>
      </p:sp>
      <p:sp>
        <p:nvSpPr>
          <p:cNvPr id="85" name="Google Shape;108;g2d179f39a2e_3_138">
            <a:extLst>
              <a:ext uri="{FF2B5EF4-FFF2-40B4-BE49-F238E27FC236}">
                <a16:creationId xmlns:a16="http://schemas.microsoft.com/office/drawing/2014/main" id="{6CDB2C5F-B944-4BD0-823A-D62469DEB493}"/>
              </a:ext>
            </a:extLst>
          </p:cNvPr>
          <p:cNvSpPr/>
          <p:nvPr/>
        </p:nvSpPr>
        <p:spPr>
          <a:xfrm>
            <a:off x="7868041" y="434616"/>
            <a:ext cx="714096" cy="669939"/>
          </a:xfrm>
          <a:custGeom>
            <a:avLst/>
            <a:gdLst/>
            <a:ahLst/>
            <a:cxnLst/>
            <a:rect l="l" t="t" r="r" b="b"/>
            <a:pathLst>
              <a:path w="66922" h="68295" fill="none" extrusionOk="0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miter lim="211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9C99689-F15A-4FF7-AB17-683842A81CF5}"/>
              </a:ext>
            </a:extLst>
          </p:cNvPr>
          <p:cNvSpPr txBox="1"/>
          <p:nvPr/>
        </p:nvSpPr>
        <p:spPr>
          <a:xfrm>
            <a:off x="8331389" y="4563549"/>
            <a:ext cx="4454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Poppins" panose="00000500000000000000" pitchFamily="2" charset="0"/>
                <a:cs typeface="Poppins" panose="00000500000000000000" pitchFamily="2" charset="0"/>
              </a:rPr>
              <a:t>22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BAB67D-F1D7-4495-A7A6-0C0A931CDB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33905" y="434616"/>
            <a:ext cx="4876190" cy="4876190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4F8941C8-0941-4853-AE30-FB44A3D8EF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38705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E69C0E22-E24F-40F7-AEEF-69E8CBE8AC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7" name="AutoShape 6">
            <a:extLst>
              <a:ext uri="{FF2B5EF4-FFF2-40B4-BE49-F238E27FC236}">
                <a16:creationId xmlns:a16="http://schemas.microsoft.com/office/drawing/2014/main" id="{91189648-467E-48E2-AD00-70BCB95673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7" name="Picture 6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A62EC0E7-97E2-B24A-1392-F041D19A2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1105" y="1104555"/>
            <a:ext cx="3886200" cy="195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687253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d179f39a2e_3_69"/>
          <p:cNvSpPr/>
          <p:nvPr/>
        </p:nvSpPr>
        <p:spPr>
          <a:xfrm rot="-6146075">
            <a:off x="-418834" y="-493159"/>
            <a:ext cx="3027518" cy="3027518"/>
          </a:xfrm>
          <a:prstGeom prst="ellipse">
            <a:avLst/>
          </a:prstGeom>
          <a:solidFill>
            <a:srgbClr val="FFFFFF">
              <a:alpha val="61570"/>
            </a:srgbClr>
          </a:solidFill>
          <a:ln>
            <a:noFill/>
          </a:ln>
          <a:effectLst>
            <a:outerShdw blurRad="185738" dist="28575" dir="4440000" algn="bl" rotWithShape="0">
              <a:schemeClr val="dk2">
                <a:alpha val="1882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8" name="Google Shape;98;g2d179f39a2e_3_69"/>
          <p:cNvSpPr txBox="1">
            <a:spLocks noGrp="1"/>
          </p:cNvSpPr>
          <p:nvPr>
            <p:ph type="title"/>
          </p:nvPr>
        </p:nvSpPr>
        <p:spPr>
          <a:xfrm>
            <a:off x="362466" y="3355800"/>
            <a:ext cx="6129773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fr-FR" sz="4800" dirty="0">
                <a:solidFill>
                  <a:srgbClr val="7030A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Conclusion</a:t>
            </a:r>
            <a:br>
              <a:rPr lang="fr-FR" sz="700" dirty="0">
                <a:solidFill>
                  <a:srgbClr val="7030A0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endParaRPr sz="5400" b="0" dirty="0">
              <a:solidFill>
                <a:srgbClr val="7030A0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9" name="Google Shape;99;g2d179f39a2e_3_69"/>
          <p:cNvSpPr txBox="1">
            <a:spLocks noGrp="1"/>
          </p:cNvSpPr>
          <p:nvPr>
            <p:ph type="title" idx="2"/>
          </p:nvPr>
        </p:nvSpPr>
        <p:spPr>
          <a:xfrm>
            <a:off x="713225" y="1020600"/>
            <a:ext cx="1630200" cy="10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fr-FR" dirty="0">
                <a:solidFill>
                  <a:srgbClr val="3F153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06</a:t>
            </a:r>
            <a:endParaRPr dirty="0">
              <a:solidFill>
                <a:srgbClr val="3F153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100" name="Google Shape;100;g2d179f39a2e_3_69"/>
          <p:cNvCxnSpPr/>
          <p:nvPr/>
        </p:nvCxnSpPr>
        <p:spPr>
          <a:xfrm>
            <a:off x="0" y="4346975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" name="Google Shape;101;g2d179f39a2e_3_69"/>
          <p:cNvSpPr/>
          <p:nvPr/>
        </p:nvSpPr>
        <p:spPr>
          <a:xfrm>
            <a:off x="7063225" y="-648600"/>
            <a:ext cx="2486100" cy="2486100"/>
          </a:xfrm>
          <a:prstGeom prst="donut">
            <a:avLst>
              <a:gd name="adj" fmla="val 1599"/>
            </a:avLst>
          </a:prstGeom>
          <a:solidFill>
            <a:srgbClr val="E40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02" name="Google Shape;102;g2d179f39a2e_3_69"/>
          <p:cNvSpPr/>
          <p:nvPr/>
        </p:nvSpPr>
        <p:spPr>
          <a:xfrm>
            <a:off x="0" y="4620975"/>
            <a:ext cx="1868400" cy="1868400"/>
          </a:xfrm>
          <a:prstGeom prst="ellipse">
            <a:avLst/>
          </a:prstGeom>
          <a:noFill/>
          <a:ln w="9525" cap="flat" cmpd="sng">
            <a:solidFill>
              <a:srgbClr val="E40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617124614"/>
      </p:ext>
    </p:extLst>
  </p:cSld>
  <p:clrMapOvr>
    <a:masterClrMapping/>
  </p:clrMapOvr>
  <p:transition spd="slow">
    <p:push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298919-C049-4199-AF67-C51EAF93B72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4748270" y="-353228"/>
            <a:ext cx="5849956" cy="58499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8FCF7D3-2E06-4346-9CF0-931017F90DEE}"/>
              </a:ext>
            </a:extLst>
          </p:cNvPr>
          <p:cNvSpPr txBox="1"/>
          <p:nvPr/>
        </p:nvSpPr>
        <p:spPr>
          <a:xfrm>
            <a:off x="247880" y="1694587"/>
            <a:ext cx="86482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b="1" dirty="0">
                <a:solidFill>
                  <a:srgbClr val="E4042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Merci de votre </a:t>
            </a:r>
          </a:p>
          <a:p>
            <a:pPr algn="ctr"/>
            <a:r>
              <a:rPr lang="fr-FR" sz="5400" b="1" dirty="0">
                <a:solidFill>
                  <a:srgbClr val="E4042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attention</a:t>
            </a:r>
          </a:p>
        </p:txBody>
      </p:sp>
    </p:spTree>
    <p:extLst>
      <p:ext uri="{BB962C8B-B14F-4D97-AF65-F5344CB8AC3E}">
        <p14:creationId xmlns:p14="http://schemas.microsoft.com/office/powerpoint/2010/main" val="25669516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Young Apprentice Job Description by Slidesgo">
  <a:themeElements>
    <a:clrScheme name="Simple Light">
      <a:dk1>
        <a:srgbClr val="FFFFFF"/>
      </a:dk1>
      <a:lt1>
        <a:srgbClr val="191919"/>
      </a:lt1>
      <a:dk2>
        <a:srgbClr val="595959"/>
      </a:dk2>
      <a:lt2>
        <a:srgbClr val="F3F3F3"/>
      </a:lt2>
      <a:accent1>
        <a:srgbClr val="F2D04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3996</TotalTime>
  <Words>507</Words>
  <Application>Microsoft Office PowerPoint</Application>
  <PresentationFormat>On-screen Show (16:9)</PresentationFormat>
  <Paragraphs>119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Poppins ExtraBold</vt:lpstr>
      <vt:lpstr>Arial</vt:lpstr>
      <vt:lpstr>Nunito Light</vt:lpstr>
      <vt:lpstr>Open Sans</vt:lpstr>
      <vt:lpstr>Poppins</vt:lpstr>
      <vt:lpstr>Jost</vt:lpstr>
      <vt:lpstr>Segoe WPC</vt:lpstr>
      <vt:lpstr>Poppins Medium</vt:lpstr>
      <vt:lpstr>Montserrat</vt:lpstr>
      <vt:lpstr>Young Apprentice Job Description by Slidesgo</vt:lpstr>
      <vt:lpstr>PowerPoint Presentation</vt:lpstr>
      <vt:lpstr>Plan</vt:lpstr>
      <vt:lpstr>Introduction </vt:lpstr>
      <vt:lpstr>PowerPoint Presentation</vt:lpstr>
      <vt:lpstr>Contexte de projet </vt:lpstr>
      <vt:lpstr>PowerPoint Presentation</vt:lpstr>
      <vt:lpstr>PowerPoint Presentation</vt:lpstr>
      <vt:lpstr>Phase de cadrage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Analyse et conception </vt:lpstr>
      <vt:lpstr>PowerPoint Presentation</vt:lpstr>
      <vt:lpstr>PowerPoint Presentation</vt:lpstr>
      <vt:lpstr>PowerPoint Presentation</vt:lpstr>
      <vt:lpstr>Réalisation</vt:lpstr>
      <vt:lpstr>PowerPoint Presentation</vt:lpstr>
      <vt:lpstr>PowerPoint Presentation</vt:lpstr>
      <vt:lpstr>PowerPoint Presentation</vt:lpstr>
      <vt:lpstr>PowerPoint Presentation</vt:lpstr>
      <vt:lpstr>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Conception et développement d’une application Web pour la gestion des autorisations d’approvisionnement en  eau depuis un puit</dc:title>
  <dc:creator>lenovo</dc:creator>
  <cp:lastModifiedBy>Samira ETTAQY</cp:lastModifiedBy>
  <cp:revision>89</cp:revision>
  <dcterms:modified xsi:type="dcterms:W3CDTF">2025-12-24T04:32:38Z</dcterms:modified>
</cp:coreProperties>
</file>